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5399DD-D661-4E16-8E09-29A94D903040}" v="1047" dt="2025-11-15T10:05:49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69D065-FA74-4093-A928-60D0AA6B7CB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9E0E892-ADBC-4A6D-8D70-5D1B6F79EE07}">
      <dgm:prSet custT="1"/>
      <dgm:spPr/>
      <dgm:t>
        <a:bodyPr/>
        <a:lstStyle/>
        <a:p>
          <a:r>
            <a:rPr lang="en-US" sz="2800" dirty="0" err="1"/>
            <a:t>Wetenschappelijke</a:t>
          </a:r>
          <a:r>
            <a:rPr lang="en-US" sz="2800" dirty="0"/>
            <a:t> </a:t>
          </a:r>
          <a:r>
            <a:rPr lang="en-US" sz="2800" dirty="0" err="1"/>
            <a:t>Integriteit</a:t>
          </a:r>
          <a:r>
            <a:rPr lang="en-US" sz="2800" dirty="0"/>
            <a:t> =</a:t>
          </a:r>
        </a:p>
      </dgm:t>
    </dgm:pt>
    <dgm:pt modelId="{4FCDA789-BB2F-4012-8FB4-EB6881573927}" type="parTrans" cxnId="{F34F7573-DDA8-4EF3-9CA7-D718605B9A8F}">
      <dgm:prSet/>
      <dgm:spPr/>
      <dgm:t>
        <a:bodyPr/>
        <a:lstStyle/>
        <a:p>
          <a:endParaRPr lang="en-US"/>
        </a:p>
      </dgm:t>
    </dgm:pt>
    <dgm:pt modelId="{23799AF2-FE5C-4390-8FA9-DE018E492CA3}" type="sibTrans" cxnId="{F34F7573-DDA8-4EF3-9CA7-D718605B9A8F}">
      <dgm:prSet/>
      <dgm:spPr/>
      <dgm:t>
        <a:bodyPr/>
        <a:lstStyle/>
        <a:p>
          <a:endParaRPr lang="en-US"/>
        </a:p>
      </dgm:t>
    </dgm:pt>
    <dgm:pt modelId="{8E3B032C-D43A-4A0B-8613-73CB8C13D76E}">
      <dgm:prSet custT="1"/>
      <dgm:spPr/>
      <dgm:t>
        <a:bodyPr/>
        <a:lstStyle/>
        <a:p>
          <a:r>
            <a:rPr lang="en-US" sz="2300" b="1" dirty="0" err="1">
              <a:solidFill>
                <a:schemeClr val="tx1"/>
              </a:solidFill>
            </a:rPr>
            <a:t>Z</a:t>
          </a:r>
          <a:r>
            <a:rPr lang="en-US" sz="2300" dirty="0" err="1"/>
            <a:t>orgvuldig</a:t>
          </a:r>
          <a:r>
            <a:rPr lang="en-US" sz="2300" dirty="0"/>
            <a:t>: </a:t>
          </a:r>
          <a:r>
            <a:rPr lang="en-US" sz="2000" dirty="0" err="1"/>
            <a:t>vierogen-principe</a:t>
          </a:r>
          <a:endParaRPr lang="en-US" sz="2300" dirty="0"/>
        </a:p>
      </dgm:t>
    </dgm:pt>
    <dgm:pt modelId="{38F96513-AE4B-40C1-BECE-110E66F853CB}" type="parTrans" cxnId="{DF4AEEBC-132F-4A21-AE34-B8E09081F0CA}">
      <dgm:prSet/>
      <dgm:spPr/>
      <dgm:t>
        <a:bodyPr/>
        <a:lstStyle/>
        <a:p>
          <a:endParaRPr lang="en-US"/>
        </a:p>
      </dgm:t>
    </dgm:pt>
    <dgm:pt modelId="{AC30DE8F-4D68-4BEA-AB5C-FFFD92906E01}" type="sibTrans" cxnId="{DF4AEEBC-132F-4A21-AE34-B8E09081F0CA}">
      <dgm:prSet/>
      <dgm:spPr/>
      <dgm:t>
        <a:bodyPr/>
        <a:lstStyle/>
        <a:p>
          <a:endParaRPr lang="en-US"/>
        </a:p>
      </dgm:t>
    </dgm:pt>
    <dgm:pt modelId="{B04BEB7A-DDED-4A8D-9BAE-19F44FE2D09D}">
      <dgm:prSet custT="1"/>
      <dgm:spPr/>
      <dgm:t>
        <a:bodyPr/>
        <a:lstStyle/>
        <a:p>
          <a:r>
            <a:rPr lang="en-US" sz="2300" b="1" dirty="0" err="1">
              <a:solidFill>
                <a:schemeClr val="tx1"/>
              </a:solidFill>
            </a:rPr>
            <a:t>O</a:t>
          </a:r>
          <a:r>
            <a:rPr lang="en-US" sz="2300" dirty="0" err="1"/>
            <a:t>nafhankelijk</a:t>
          </a:r>
          <a:r>
            <a:rPr lang="en-US" sz="2300" dirty="0"/>
            <a:t>: </a:t>
          </a:r>
          <a:r>
            <a:rPr lang="en-US" sz="2000" dirty="0" err="1">
              <a:solidFill>
                <a:schemeClr val="bg1"/>
              </a:solidFill>
            </a:rPr>
            <a:t>verstrengeling</a:t>
          </a:r>
          <a:r>
            <a:rPr lang="en-US" sz="2000" dirty="0">
              <a:solidFill>
                <a:schemeClr val="bg1"/>
              </a:solidFill>
            </a:rPr>
            <a:t>/</a:t>
          </a:r>
          <a:r>
            <a:rPr lang="en-US" sz="2000" dirty="0" err="1">
              <a:solidFill>
                <a:schemeClr val="bg1"/>
              </a:solidFill>
            </a:rPr>
            <a:t>inmenging</a:t>
          </a:r>
          <a:endParaRPr lang="en-US" sz="2000" dirty="0">
            <a:solidFill>
              <a:schemeClr val="bg1"/>
            </a:solidFill>
          </a:endParaRPr>
        </a:p>
      </dgm:t>
    </dgm:pt>
    <dgm:pt modelId="{1415A409-9CD1-4820-A6F6-37F521418107}" type="parTrans" cxnId="{22C41DFB-DEF4-4CE5-8669-2EAD3B4E5C7F}">
      <dgm:prSet/>
      <dgm:spPr/>
      <dgm:t>
        <a:bodyPr/>
        <a:lstStyle/>
        <a:p>
          <a:endParaRPr lang="en-US"/>
        </a:p>
      </dgm:t>
    </dgm:pt>
    <dgm:pt modelId="{16DEC9B4-ACA0-4A2F-8B23-410491BC661A}" type="sibTrans" cxnId="{22C41DFB-DEF4-4CE5-8669-2EAD3B4E5C7F}">
      <dgm:prSet/>
      <dgm:spPr/>
      <dgm:t>
        <a:bodyPr/>
        <a:lstStyle/>
        <a:p>
          <a:endParaRPr lang="en-US"/>
        </a:p>
      </dgm:t>
    </dgm:pt>
    <dgm:pt modelId="{3DB40998-DEC9-4764-9066-67AB46E2B4FD}">
      <dgm:prSet custT="1"/>
      <dgm:spPr/>
      <dgm:t>
        <a:bodyPr/>
        <a:lstStyle/>
        <a:p>
          <a:r>
            <a:rPr lang="en-US" sz="2300" b="1" dirty="0" err="1">
              <a:solidFill>
                <a:schemeClr val="tx1"/>
              </a:solidFill>
            </a:rPr>
            <a:t>V</a:t>
          </a:r>
          <a:r>
            <a:rPr lang="en-US" sz="2300" dirty="0" err="1"/>
            <a:t>erantwoordelijk</a:t>
          </a:r>
          <a:r>
            <a:rPr lang="en-US" sz="2300" dirty="0"/>
            <a:t>: </a:t>
          </a:r>
          <a:r>
            <a:rPr lang="en-US" sz="2000" dirty="0" err="1"/>
            <a:t>mens</a:t>
          </a:r>
          <a:r>
            <a:rPr lang="en-US" sz="2000" dirty="0"/>
            <a:t> en milieu</a:t>
          </a:r>
          <a:endParaRPr lang="en-US" sz="2300" dirty="0"/>
        </a:p>
      </dgm:t>
    </dgm:pt>
    <dgm:pt modelId="{218ADADA-2449-4E7C-91A4-1E9195864791}" type="parTrans" cxnId="{981A0C3F-3088-431D-8DD7-5504C1300B12}">
      <dgm:prSet/>
      <dgm:spPr/>
      <dgm:t>
        <a:bodyPr/>
        <a:lstStyle/>
        <a:p>
          <a:endParaRPr lang="en-US"/>
        </a:p>
      </dgm:t>
    </dgm:pt>
    <dgm:pt modelId="{119924B6-5A08-47F4-B5A5-992A7D635827}" type="sibTrans" cxnId="{981A0C3F-3088-431D-8DD7-5504C1300B12}">
      <dgm:prSet/>
      <dgm:spPr/>
      <dgm:t>
        <a:bodyPr/>
        <a:lstStyle/>
        <a:p>
          <a:endParaRPr lang="en-US"/>
        </a:p>
      </dgm:t>
    </dgm:pt>
    <dgm:pt modelId="{FA29F822-D505-4055-B01E-EC14B62DD78A}">
      <dgm:prSet custT="1"/>
      <dgm:spPr/>
      <dgm:t>
        <a:bodyPr/>
        <a:lstStyle/>
        <a:p>
          <a:r>
            <a:rPr lang="en-US" sz="2300" b="1" dirty="0" err="1">
              <a:solidFill>
                <a:schemeClr val="tx1"/>
              </a:solidFill>
            </a:rPr>
            <a:t>E</a:t>
          </a:r>
          <a:r>
            <a:rPr lang="en-US" sz="2300" dirty="0" err="1"/>
            <a:t>erlijk</a:t>
          </a:r>
          <a:r>
            <a:rPr lang="en-US" sz="2300" dirty="0"/>
            <a:t>: </a:t>
          </a:r>
          <a:r>
            <a:rPr lang="en-US" sz="2000" dirty="0" err="1"/>
            <a:t>geen</a:t>
          </a:r>
          <a:r>
            <a:rPr lang="en-US" sz="2000" dirty="0"/>
            <a:t> impact </a:t>
          </a:r>
          <a:r>
            <a:rPr lang="en-US" sz="2000" dirty="0" err="1"/>
            <a:t>belóven</a:t>
          </a:r>
          <a:endParaRPr lang="en-US" sz="2300" dirty="0"/>
        </a:p>
      </dgm:t>
    </dgm:pt>
    <dgm:pt modelId="{62200958-EB54-4E91-9E5F-752B79BEDED6}" type="parTrans" cxnId="{E3A8A312-EEA8-4572-B023-1F381052FB76}">
      <dgm:prSet/>
      <dgm:spPr/>
      <dgm:t>
        <a:bodyPr/>
        <a:lstStyle/>
        <a:p>
          <a:endParaRPr lang="en-US"/>
        </a:p>
      </dgm:t>
    </dgm:pt>
    <dgm:pt modelId="{FF28D5EB-477E-4B97-9514-DECCA0C1462B}" type="sibTrans" cxnId="{E3A8A312-EEA8-4572-B023-1F381052FB76}">
      <dgm:prSet/>
      <dgm:spPr/>
      <dgm:t>
        <a:bodyPr/>
        <a:lstStyle/>
        <a:p>
          <a:endParaRPr lang="en-US"/>
        </a:p>
      </dgm:t>
    </dgm:pt>
    <dgm:pt modelId="{EE0321B8-4E14-48AC-B16F-E5616853FD6A}">
      <dgm:prSet custT="1"/>
      <dgm:spPr/>
      <dgm:t>
        <a:bodyPr/>
        <a:lstStyle/>
        <a:p>
          <a:r>
            <a:rPr lang="en-US" sz="2300" b="1" dirty="0" err="1">
              <a:solidFill>
                <a:schemeClr val="tx1"/>
              </a:solidFill>
            </a:rPr>
            <a:t>T</a:t>
          </a:r>
          <a:r>
            <a:rPr lang="en-US" sz="2300" dirty="0" err="1"/>
            <a:t>ransparant</a:t>
          </a:r>
          <a:r>
            <a:rPr lang="en-US" sz="2300" dirty="0"/>
            <a:t>: </a:t>
          </a:r>
          <a:r>
            <a:rPr lang="en-US" sz="2000" dirty="0" err="1"/>
            <a:t>materialen</a:t>
          </a:r>
          <a:r>
            <a:rPr lang="en-US" sz="2000" dirty="0"/>
            <a:t> </a:t>
          </a:r>
          <a:r>
            <a:rPr lang="en-US" sz="2000" dirty="0" err="1"/>
            <a:t>delen</a:t>
          </a:r>
          <a:endParaRPr lang="en-US" sz="2300" dirty="0"/>
        </a:p>
      </dgm:t>
    </dgm:pt>
    <dgm:pt modelId="{F4656D0E-A90B-4C39-8B92-CF78D11D9EAF}" type="parTrans" cxnId="{F91173BB-583E-4BD0-AA9B-B5CDA49F1788}">
      <dgm:prSet/>
      <dgm:spPr/>
      <dgm:t>
        <a:bodyPr/>
        <a:lstStyle/>
        <a:p>
          <a:endParaRPr lang="en-US"/>
        </a:p>
      </dgm:t>
    </dgm:pt>
    <dgm:pt modelId="{BF3E5EB8-EB91-455B-AE57-EAC3981C185B}" type="sibTrans" cxnId="{F91173BB-583E-4BD0-AA9B-B5CDA49F1788}">
      <dgm:prSet/>
      <dgm:spPr/>
      <dgm:t>
        <a:bodyPr/>
        <a:lstStyle/>
        <a:p>
          <a:endParaRPr lang="en-US"/>
        </a:p>
      </dgm:t>
    </dgm:pt>
    <dgm:pt modelId="{13BD950E-F210-4214-BAC3-0EF4C0DEDD1B}" type="pres">
      <dgm:prSet presAssocID="{2569D065-FA74-4093-A928-60D0AA6B7CB1}" presName="linear" presStyleCnt="0">
        <dgm:presLayoutVars>
          <dgm:animLvl val="lvl"/>
          <dgm:resizeHandles val="exact"/>
        </dgm:presLayoutVars>
      </dgm:prSet>
      <dgm:spPr/>
    </dgm:pt>
    <dgm:pt modelId="{11CB87C6-69AA-43CD-957E-05C95AF9A465}" type="pres">
      <dgm:prSet presAssocID="{39E0E892-ADBC-4A6D-8D70-5D1B6F79EE0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414E0A7-2BF4-4DA3-9AA8-739CB935D03F}" type="pres">
      <dgm:prSet presAssocID="{23799AF2-FE5C-4390-8FA9-DE018E492CA3}" presName="spacer" presStyleCnt="0"/>
      <dgm:spPr/>
    </dgm:pt>
    <dgm:pt modelId="{BDB5FBEE-9244-4B35-9C0D-5C338B0D6BF0}" type="pres">
      <dgm:prSet presAssocID="{8E3B032C-D43A-4A0B-8613-73CB8C13D76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BCAD54D-7BA3-4B5A-BFE7-5F48F404690C}" type="pres">
      <dgm:prSet presAssocID="{AC30DE8F-4D68-4BEA-AB5C-FFFD92906E01}" presName="spacer" presStyleCnt="0"/>
      <dgm:spPr/>
    </dgm:pt>
    <dgm:pt modelId="{51017FE9-AA0A-4A62-A110-1F41DE18374D}" type="pres">
      <dgm:prSet presAssocID="{B04BEB7A-DDED-4A8D-9BAE-19F44FE2D09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D2D6F3E-32E5-40F8-AFC0-C268394D85D4}" type="pres">
      <dgm:prSet presAssocID="{16DEC9B4-ACA0-4A2F-8B23-410491BC661A}" presName="spacer" presStyleCnt="0"/>
      <dgm:spPr/>
    </dgm:pt>
    <dgm:pt modelId="{2016542D-319B-477C-B6E8-0C2A28D06BE4}" type="pres">
      <dgm:prSet presAssocID="{3DB40998-DEC9-4764-9066-67AB46E2B4F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E9F6399-D0AD-4C42-80D2-E7BC0D74C261}" type="pres">
      <dgm:prSet presAssocID="{119924B6-5A08-47F4-B5A5-992A7D635827}" presName="spacer" presStyleCnt="0"/>
      <dgm:spPr/>
    </dgm:pt>
    <dgm:pt modelId="{AB259190-7238-4A12-8356-FE42B5ABAD92}" type="pres">
      <dgm:prSet presAssocID="{FA29F822-D505-4055-B01E-EC14B62DD78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3245A36-C62F-451B-AAE8-779797DC842C}" type="pres">
      <dgm:prSet presAssocID="{FF28D5EB-477E-4B97-9514-DECCA0C1462B}" presName="spacer" presStyleCnt="0"/>
      <dgm:spPr/>
    </dgm:pt>
    <dgm:pt modelId="{2CBB32F0-FB36-40F4-9909-8AF6A2E5C369}" type="pres">
      <dgm:prSet presAssocID="{EE0321B8-4E14-48AC-B16F-E5616853FD6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3A8A312-EEA8-4572-B023-1F381052FB76}" srcId="{2569D065-FA74-4093-A928-60D0AA6B7CB1}" destId="{FA29F822-D505-4055-B01E-EC14B62DD78A}" srcOrd="4" destOrd="0" parTransId="{62200958-EB54-4E91-9E5F-752B79BEDED6}" sibTransId="{FF28D5EB-477E-4B97-9514-DECCA0C1462B}"/>
    <dgm:cxn modelId="{981A0C3F-3088-431D-8DD7-5504C1300B12}" srcId="{2569D065-FA74-4093-A928-60D0AA6B7CB1}" destId="{3DB40998-DEC9-4764-9066-67AB46E2B4FD}" srcOrd="3" destOrd="0" parTransId="{218ADADA-2449-4E7C-91A4-1E9195864791}" sibTransId="{119924B6-5A08-47F4-B5A5-992A7D635827}"/>
    <dgm:cxn modelId="{CE478243-E97D-46F6-8CF9-194B7A36E61C}" type="presOf" srcId="{EE0321B8-4E14-48AC-B16F-E5616853FD6A}" destId="{2CBB32F0-FB36-40F4-9909-8AF6A2E5C369}" srcOrd="0" destOrd="0" presId="urn:microsoft.com/office/officeart/2005/8/layout/vList2"/>
    <dgm:cxn modelId="{CB75776E-11C0-4863-A8A1-0CB16416B6C7}" type="presOf" srcId="{2569D065-FA74-4093-A928-60D0AA6B7CB1}" destId="{13BD950E-F210-4214-BAC3-0EF4C0DEDD1B}" srcOrd="0" destOrd="0" presId="urn:microsoft.com/office/officeart/2005/8/layout/vList2"/>
    <dgm:cxn modelId="{F34F7573-DDA8-4EF3-9CA7-D718605B9A8F}" srcId="{2569D065-FA74-4093-A928-60D0AA6B7CB1}" destId="{39E0E892-ADBC-4A6D-8D70-5D1B6F79EE07}" srcOrd="0" destOrd="0" parTransId="{4FCDA789-BB2F-4012-8FB4-EB6881573927}" sibTransId="{23799AF2-FE5C-4390-8FA9-DE018E492CA3}"/>
    <dgm:cxn modelId="{57B2A175-747F-4A60-A83E-C93DB171FFD8}" type="presOf" srcId="{B04BEB7A-DDED-4A8D-9BAE-19F44FE2D09D}" destId="{51017FE9-AA0A-4A62-A110-1F41DE18374D}" srcOrd="0" destOrd="0" presId="urn:microsoft.com/office/officeart/2005/8/layout/vList2"/>
    <dgm:cxn modelId="{95288381-DDBF-475F-B7F4-3357CEC162C2}" type="presOf" srcId="{3DB40998-DEC9-4764-9066-67AB46E2B4FD}" destId="{2016542D-319B-477C-B6E8-0C2A28D06BE4}" srcOrd="0" destOrd="0" presId="urn:microsoft.com/office/officeart/2005/8/layout/vList2"/>
    <dgm:cxn modelId="{B8D4758E-E45B-4D2A-9E1E-57D03657B41D}" type="presOf" srcId="{8E3B032C-D43A-4A0B-8613-73CB8C13D76E}" destId="{BDB5FBEE-9244-4B35-9C0D-5C338B0D6BF0}" srcOrd="0" destOrd="0" presId="urn:microsoft.com/office/officeart/2005/8/layout/vList2"/>
    <dgm:cxn modelId="{AE2EE0AC-4DF6-41D9-A36A-E49073BDD32E}" type="presOf" srcId="{39E0E892-ADBC-4A6D-8D70-5D1B6F79EE07}" destId="{11CB87C6-69AA-43CD-957E-05C95AF9A465}" srcOrd="0" destOrd="0" presId="urn:microsoft.com/office/officeart/2005/8/layout/vList2"/>
    <dgm:cxn modelId="{F91173BB-583E-4BD0-AA9B-B5CDA49F1788}" srcId="{2569D065-FA74-4093-A928-60D0AA6B7CB1}" destId="{EE0321B8-4E14-48AC-B16F-E5616853FD6A}" srcOrd="5" destOrd="0" parTransId="{F4656D0E-A90B-4C39-8B92-CF78D11D9EAF}" sibTransId="{BF3E5EB8-EB91-455B-AE57-EAC3981C185B}"/>
    <dgm:cxn modelId="{DF4AEEBC-132F-4A21-AE34-B8E09081F0CA}" srcId="{2569D065-FA74-4093-A928-60D0AA6B7CB1}" destId="{8E3B032C-D43A-4A0B-8613-73CB8C13D76E}" srcOrd="1" destOrd="0" parTransId="{38F96513-AE4B-40C1-BECE-110E66F853CB}" sibTransId="{AC30DE8F-4D68-4BEA-AB5C-FFFD92906E01}"/>
    <dgm:cxn modelId="{22C41DFB-DEF4-4CE5-8669-2EAD3B4E5C7F}" srcId="{2569D065-FA74-4093-A928-60D0AA6B7CB1}" destId="{B04BEB7A-DDED-4A8D-9BAE-19F44FE2D09D}" srcOrd="2" destOrd="0" parTransId="{1415A409-9CD1-4820-A6F6-37F521418107}" sibTransId="{16DEC9B4-ACA0-4A2F-8B23-410491BC661A}"/>
    <dgm:cxn modelId="{79CC7BFC-6DD3-4BD8-9D14-1279DD2BC749}" type="presOf" srcId="{FA29F822-D505-4055-B01E-EC14B62DD78A}" destId="{AB259190-7238-4A12-8356-FE42B5ABAD92}" srcOrd="0" destOrd="0" presId="urn:microsoft.com/office/officeart/2005/8/layout/vList2"/>
    <dgm:cxn modelId="{6B5F5040-1940-4A87-A143-C45BAA9D7F2E}" type="presParOf" srcId="{13BD950E-F210-4214-BAC3-0EF4C0DEDD1B}" destId="{11CB87C6-69AA-43CD-957E-05C95AF9A465}" srcOrd="0" destOrd="0" presId="urn:microsoft.com/office/officeart/2005/8/layout/vList2"/>
    <dgm:cxn modelId="{80DC5B0C-BC3A-4396-9644-76A247F64339}" type="presParOf" srcId="{13BD950E-F210-4214-BAC3-0EF4C0DEDD1B}" destId="{3414E0A7-2BF4-4DA3-9AA8-739CB935D03F}" srcOrd="1" destOrd="0" presId="urn:microsoft.com/office/officeart/2005/8/layout/vList2"/>
    <dgm:cxn modelId="{88A458EB-8C64-4C71-BF5D-27C5DCF6EF02}" type="presParOf" srcId="{13BD950E-F210-4214-BAC3-0EF4C0DEDD1B}" destId="{BDB5FBEE-9244-4B35-9C0D-5C338B0D6BF0}" srcOrd="2" destOrd="0" presId="urn:microsoft.com/office/officeart/2005/8/layout/vList2"/>
    <dgm:cxn modelId="{EE42C933-F0F3-4165-96E0-D18DD4EF7AB0}" type="presParOf" srcId="{13BD950E-F210-4214-BAC3-0EF4C0DEDD1B}" destId="{5BCAD54D-7BA3-4B5A-BFE7-5F48F404690C}" srcOrd="3" destOrd="0" presId="urn:microsoft.com/office/officeart/2005/8/layout/vList2"/>
    <dgm:cxn modelId="{64B9CB37-6234-4774-ABA7-CC53F5859019}" type="presParOf" srcId="{13BD950E-F210-4214-BAC3-0EF4C0DEDD1B}" destId="{51017FE9-AA0A-4A62-A110-1F41DE18374D}" srcOrd="4" destOrd="0" presId="urn:microsoft.com/office/officeart/2005/8/layout/vList2"/>
    <dgm:cxn modelId="{CC93AA49-1DDA-46F1-A15F-149C8B59D5B4}" type="presParOf" srcId="{13BD950E-F210-4214-BAC3-0EF4C0DEDD1B}" destId="{FD2D6F3E-32E5-40F8-AFC0-C268394D85D4}" srcOrd="5" destOrd="0" presId="urn:microsoft.com/office/officeart/2005/8/layout/vList2"/>
    <dgm:cxn modelId="{0FB8D481-7CCB-4C00-8610-0DB5DFEF1D20}" type="presParOf" srcId="{13BD950E-F210-4214-BAC3-0EF4C0DEDD1B}" destId="{2016542D-319B-477C-B6E8-0C2A28D06BE4}" srcOrd="6" destOrd="0" presId="urn:microsoft.com/office/officeart/2005/8/layout/vList2"/>
    <dgm:cxn modelId="{D2F2BD5D-5512-4993-B709-502969DB20D1}" type="presParOf" srcId="{13BD950E-F210-4214-BAC3-0EF4C0DEDD1B}" destId="{BE9F6399-D0AD-4C42-80D2-E7BC0D74C261}" srcOrd="7" destOrd="0" presId="urn:microsoft.com/office/officeart/2005/8/layout/vList2"/>
    <dgm:cxn modelId="{236926C2-2D9D-4260-B4DF-FB01981489A2}" type="presParOf" srcId="{13BD950E-F210-4214-BAC3-0EF4C0DEDD1B}" destId="{AB259190-7238-4A12-8356-FE42B5ABAD92}" srcOrd="8" destOrd="0" presId="urn:microsoft.com/office/officeart/2005/8/layout/vList2"/>
    <dgm:cxn modelId="{09005287-DD7F-4956-9184-989F09B87C25}" type="presParOf" srcId="{13BD950E-F210-4214-BAC3-0EF4C0DEDD1B}" destId="{23245A36-C62F-451B-AAE8-779797DC842C}" srcOrd="9" destOrd="0" presId="urn:microsoft.com/office/officeart/2005/8/layout/vList2"/>
    <dgm:cxn modelId="{789D4000-1479-49C0-BC59-D626D9C0F4B2}" type="presParOf" srcId="{13BD950E-F210-4214-BAC3-0EF4C0DEDD1B}" destId="{2CBB32F0-FB36-40F4-9909-8AF6A2E5C36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DB2AF7-7E0A-4F71-975C-10C2C2DF61EC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43186D-561A-44BF-8F20-B3DA879AF524}">
      <dgm:prSet/>
      <dgm:spPr/>
      <dgm:t>
        <a:bodyPr/>
        <a:lstStyle/>
        <a:p>
          <a:r>
            <a:rPr lang="en-US" dirty="0"/>
            <a:t>4.2 Training &amp; </a:t>
          </a:r>
          <a:r>
            <a:rPr lang="en-US" dirty="0" err="1"/>
            <a:t>supervisie</a:t>
          </a:r>
          <a:r>
            <a:rPr lang="en-US" dirty="0"/>
            <a:t> (1-5)</a:t>
          </a:r>
        </a:p>
      </dgm:t>
    </dgm:pt>
    <dgm:pt modelId="{3E252E8D-7725-437A-A20F-61FC242D3EB4}" type="parTrans" cxnId="{49F307B5-3A06-4541-A81B-215AF0ADFDE9}">
      <dgm:prSet/>
      <dgm:spPr/>
      <dgm:t>
        <a:bodyPr/>
        <a:lstStyle/>
        <a:p>
          <a:endParaRPr lang="en-US"/>
        </a:p>
      </dgm:t>
    </dgm:pt>
    <dgm:pt modelId="{37149919-9E9D-47CB-9F75-FA2E74D14AE6}" type="sibTrans" cxnId="{49F307B5-3A06-4541-A81B-215AF0ADFDE9}">
      <dgm:prSet/>
      <dgm:spPr/>
      <dgm:t>
        <a:bodyPr/>
        <a:lstStyle/>
        <a:p>
          <a:endParaRPr lang="en-US"/>
        </a:p>
      </dgm:t>
    </dgm:pt>
    <dgm:pt modelId="{4CEA29C7-4383-4C46-81FD-F6A60426EFC4}">
      <dgm:prSet/>
      <dgm:spPr/>
      <dgm:t>
        <a:bodyPr/>
        <a:lstStyle/>
        <a:p>
          <a:r>
            <a:rPr lang="en-US" dirty="0"/>
            <a:t>Zorg voor training voor en </a:t>
          </a:r>
          <a:r>
            <a:rPr lang="en-US" dirty="0" err="1"/>
            <a:t>goede</a:t>
          </a:r>
          <a:r>
            <a:rPr lang="en-US" dirty="0"/>
            <a:t> </a:t>
          </a:r>
          <a:r>
            <a:rPr lang="en-US" dirty="0" err="1"/>
            <a:t>supervisie</a:t>
          </a:r>
          <a:r>
            <a:rPr lang="en-US" dirty="0"/>
            <a:t> van (</a:t>
          </a:r>
          <a:r>
            <a:rPr lang="en-US" dirty="0" err="1"/>
            <a:t>beginnende</a:t>
          </a:r>
          <a:r>
            <a:rPr lang="en-US" dirty="0"/>
            <a:t>) </a:t>
          </a:r>
          <a:r>
            <a:rPr lang="en-US" dirty="0" err="1"/>
            <a:t>onderzoekers</a:t>
          </a:r>
          <a:endParaRPr lang="en-US" dirty="0"/>
        </a:p>
      </dgm:t>
    </dgm:pt>
    <dgm:pt modelId="{172B19F2-F33F-4263-A8C8-86A828B349B7}" type="parTrans" cxnId="{395A286C-38C8-4436-9E07-641EAB628FD9}">
      <dgm:prSet/>
      <dgm:spPr/>
      <dgm:t>
        <a:bodyPr/>
        <a:lstStyle/>
        <a:p>
          <a:endParaRPr lang="en-US"/>
        </a:p>
      </dgm:t>
    </dgm:pt>
    <dgm:pt modelId="{26273EAD-1EAA-46CD-8902-4E2A2EACB182}" type="sibTrans" cxnId="{395A286C-38C8-4436-9E07-641EAB628FD9}">
      <dgm:prSet/>
      <dgm:spPr/>
      <dgm:t>
        <a:bodyPr/>
        <a:lstStyle/>
        <a:p>
          <a:endParaRPr lang="en-US"/>
        </a:p>
      </dgm:t>
    </dgm:pt>
    <dgm:pt modelId="{5C03D234-7A98-41EB-9DDD-2481D2926CCE}">
      <dgm:prSet/>
      <dgm:spPr/>
      <dgm:t>
        <a:bodyPr/>
        <a:lstStyle/>
        <a:p>
          <a:r>
            <a:rPr lang="en-US" dirty="0"/>
            <a:t>4.3 </a:t>
          </a:r>
          <a:r>
            <a:rPr lang="en-US" dirty="0" err="1"/>
            <a:t>Cultuur</a:t>
          </a:r>
          <a:r>
            <a:rPr lang="en-US" dirty="0"/>
            <a:t> (6-10)</a:t>
          </a:r>
        </a:p>
      </dgm:t>
    </dgm:pt>
    <dgm:pt modelId="{6243AD31-3450-4AF0-AB81-BF1E0C4F9615}" type="parTrans" cxnId="{9282324A-11AB-41CB-8576-1B27D00F7232}">
      <dgm:prSet/>
      <dgm:spPr/>
      <dgm:t>
        <a:bodyPr/>
        <a:lstStyle/>
        <a:p>
          <a:endParaRPr lang="en-US"/>
        </a:p>
      </dgm:t>
    </dgm:pt>
    <dgm:pt modelId="{D75B98FB-C563-4E9F-98F7-FC3CC222A8A3}" type="sibTrans" cxnId="{9282324A-11AB-41CB-8576-1B27D00F7232}">
      <dgm:prSet/>
      <dgm:spPr/>
      <dgm:t>
        <a:bodyPr/>
        <a:lstStyle/>
        <a:p>
          <a:endParaRPr lang="en-US"/>
        </a:p>
      </dgm:t>
    </dgm:pt>
    <dgm:pt modelId="{CB24F343-664B-4107-93E7-BC1BAB6B904A}">
      <dgm:prSet/>
      <dgm:spPr/>
      <dgm:t>
        <a:bodyPr/>
        <a:lstStyle/>
        <a:p>
          <a:r>
            <a:rPr lang="en-US" dirty="0"/>
            <a:t>Zorg voor </a:t>
          </a:r>
          <a:r>
            <a:rPr lang="en-US" dirty="0" err="1"/>
            <a:t>instructies</a:t>
          </a:r>
          <a:r>
            <a:rPr lang="en-US" dirty="0"/>
            <a:t> en </a:t>
          </a:r>
          <a:r>
            <a:rPr lang="en-US" dirty="0" err="1"/>
            <a:t>hun</a:t>
          </a:r>
          <a:r>
            <a:rPr lang="en-US" dirty="0"/>
            <a:t> </a:t>
          </a:r>
          <a:r>
            <a:rPr lang="en-US" dirty="0" err="1"/>
            <a:t>naleving</a:t>
          </a:r>
          <a:endParaRPr lang="en-US" dirty="0"/>
        </a:p>
      </dgm:t>
    </dgm:pt>
    <dgm:pt modelId="{2BCDFE21-1F1F-448E-98B7-E3081AFB2500}" type="parTrans" cxnId="{E4BF0782-9F43-435C-A283-571116042D7C}">
      <dgm:prSet/>
      <dgm:spPr/>
      <dgm:t>
        <a:bodyPr/>
        <a:lstStyle/>
        <a:p>
          <a:endParaRPr lang="en-US"/>
        </a:p>
      </dgm:t>
    </dgm:pt>
    <dgm:pt modelId="{7A2054D5-ADE3-4D43-99E0-8C3376B3FC71}" type="sibTrans" cxnId="{E4BF0782-9F43-435C-A283-571116042D7C}">
      <dgm:prSet/>
      <dgm:spPr/>
      <dgm:t>
        <a:bodyPr/>
        <a:lstStyle/>
        <a:p>
          <a:endParaRPr lang="en-US"/>
        </a:p>
      </dgm:t>
    </dgm:pt>
    <dgm:pt modelId="{6CD36316-C743-42DB-B37F-AD7519678FEC}">
      <dgm:prSet/>
      <dgm:spPr/>
      <dgm:t>
        <a:bodyPr/>
        <a:lstStyle/>
        <a:p>
          <a:r>
            <a:rPr lang="en-US" dirty="0" err="1"/>
            <a:t>Spreek</a:t>
          </a:r>
          <a:r>
            <a:rPr lang="en-US" dirty="0"/>
            <a:t> </a:t>
          </a:r>
          <a:r>
            <a:rPr lang="en-US" dirty="0" err="1"/>
            <a:t>elkaar</a:t>
          </a:r>
          <a:r>
            <a:rPr lang="en-US" dirty="0"/>
            <a:t> (aan) over </a:t>
          </a:r>
          <a:r>
            <a:rPr lang="en-US" dirty="0" err="1"/>
            <a:t>normen</a:t>
          </a:r>
          <a:endParaRPr lang="en-US" dirty="0"/>
        </a:p>
      </dgm:t>
    </dgm:pt>
    <dgm:pt modelId="{27514653-8B5C-4A12-B0A0-0DF91A2E9835}" type="parTrans" cxnId="{2C0A26CB-1D47-4CCF-8F6A-C01F105AF3AE}">
      <dgm:prSet/>
      <dgm:spPr/>
      <dgm:t>
        <a:bodyPr/>
        <a:lstStyle/>
        <a:p>
          <a:endParaRPr lang="en-US"/>
        </a:p>
      </dgm:t>
    </dgm:pt>
    <dgm:pt modelId="{CCD183EC-C9FF-42EC-A78A-7DC772E2F753}" type="sibTrans" cxnId="{2C0A26CB-1D47-4CCF-8F6A-C01F105AF3AE}">
      <dgm:prSet/>
      <dgm:spPr/>
      <dgm:t>
        <a:bodyPr/>
        <a:lstStyle/>
        <a:p>
          <a:endParaRPr lang="en-US"/>
        </a:p>
      </dgm:t>
    </dgm:pt>
    <dgm:pt modelId="{DAAC8964-A386-43AF-9332-E2B2683AB33E}">
      <dgm:prSet/>
      <dgm:spPr/>
      <dgm:t>
        <a:bodyPr/>
        <a:lstStyle/>
        <a:p>
          <a:r>
            <a:rPr lang="en-US" dirty="0"/>
            <a:t>4.4 </a:t>
          </a:r>
          <a:r>
            <a:rPr lang="en-US" dirty="0" err="1"/>
            <a:t>Databeheer</a:t>
          </a:r>
          <a:r>
            <a:rPr lang="en-US" dirty="0"/>
            <a:t> (11-15)</a:t>
          </a:r>
        </a:p>
      </dgm:t>
    </dgm:pt>
    <dgm:pt modelId="{96747630-AA80-4392-A215-846C05A0B753}" type="parTrans" cxnId="{0BD1DADA-F8BB-4252-AC44-20C9D89CF3A8}">
      <dgm:prSet/>
      <dgm:spPr/>
      <dgm:t>
        <a:bodyPr/>
        <a:lstStyle/>
        <a:p>
          <a:endParaRPr lang="en-US"/>
        </a:p>
      </dgm:t>
    </dgm:pt>
    <dgm:pt modelId="{EAA6C66D-DCB3-4289-B0D4-EE64F3D71566}" type="sibTrans" cxnId="{0BD1DADA-F8BB-4252-AC44-20C9D89CF3A8}">
      <dgm:prSet/>
      <dgm:spPr/>
      <dgm:t>
        <a:bodyPr/>
        <a:lstStyle/>
        <a:p>
          <a:endParaRPr lang="en-US"/>
        </a:p>
      </dgm:t>
    </dgm:pt>
    <dgm:pt modelId="{89E2F52C-E0B4-4665-BEB6-800EF471F0D6}">
      <dgm:prSet/>
      <dgm:spPr/>
      <dgm:t>
        <a:bodyPr/>
        <a:lstStyle/>
        <a:p>
          <a:r>
            <a:rPr lang="en-US"/>
            <a:t>Streef naar F.A.I.R.</a:t>
          </a:r>
        </a:p>
      </dgm:t>
    </dgm:pt>
    <dgm:pt modelId="{8D2EDDBD-A6A1-47C3-BFF5-9AAC1A2BDDD8}" type="parTrans" cxnId="{D8C060B1-38B7-4991-91CC-8A65006C4802}">
      <dgm:prSet/>
      <dgm:spPr/>
      <dgm:t>
        <a:bodyPr/>
        <a:lstStyle/>
        <a:p>
          <a:endParaRPr lang="en-US"/>
        </a:p>
      </dgm:t>
    </dgm:pt>
    <dgm:pt modelId="{C2C24978-FD5B-4C33-9E2B-FD7BAF7ABE51}" type="sibTrans" cxnId="{D8C060B1-38B7-4991-91CC-8A65006C4802}">
      <dgm:prSet/>
      <dgm:spPr/>
      <dgm:t>
        <a:bodyPr/>
        <a:lstStyle/>
        <a:p>
          <a:endParaRPr lang="en-US"/>
        </a:p>
      </dgm:t>
    </dgm:pt>
    <dgm:pt modelId="{662F508D-E95F-40FB-9AFB-696DB0148D88}">
      <dgm:prSet/>
      <dgm:spPr/>
      <dgm:t>
        <a:bodyPr/>
        <a:lstStyle/>
        <a:p>
          <a:r>
            <a:rPr lang="en-US" dirty="0"/>
            <a:t>4.5 </a:t>
          </a:r>
          <a:r>
            <a:rPr lang="en-US" dirty="0" err="1"/>
            <a:t>Openbaarmaking</a:t>
          </a:r>
          <a:r>
            <a:rPr lang="en-US" dirty="0"/>
            <a:t> (16-17)</a:t>
          </a:r>
        </a:p>
      </dgm:t>
    </dgm:pt>
    <dgm:pt modelId="{036E641F-81BD-4BC3-91F9-2893FDF1A5F7}" type="parTrans" cxnId="{C0945B1D-DBD0-4949-A0F1-8F480E267CFD}">
      <dgm:prSet/>
      <dgm:spPr/>
      <dgm:t>
        <a:bodyPr/>
        <a:lstStyle/>
        <a:p>
          <a:endParaRPr lang="en-US"/>
        </a:p>
      </dgm:t>
    </dgm:pt>
    <dgm:pt modelId="{2415A11A-9F6B-4F52-BAA2-25BD37196183}" type="sibTrans" cxnId="{C0945B1D-DBD0-4949-A0F1-8F480E267CFD}">
      <dgm:prSet/>
      <dgm:spPr/>
      <dgm:t>
        <a:bodyPr/>
        <a:lstStyle/>
        <a:p>
          <a:endParaRPr lang="en-US"/>
        </a:p>
      </dgm:t>
    </dgm:pt>
    <dgm:pt modelId="{553B1361-A968-4F53-B5EE-2F7BD9BD7DC3}">
      <dgm:prSet/>
      <dgm:spPr/>
      <dgm:t>
        <a:bodyPr/>
        <a:lstStyle/>
        <a:p>
          <a:r>
            <a:rPr lang="en-US" dirty="0" err="1"/>
            <a:t>Eerlijke</a:t>
          </a:r>
          <a:r>
            <a:rPr lang="en-US" dirty="0"/>
            <a:t> </a:t>
          </a:r>
          <a:r>
            <a:rPr lang="en-US" dirty="0" err="1"/>
            <a:t>afspraken</a:t>
          </a:r>
          <a:r>
            <a:rPr lang="en-US" dirty="0"/>
            <a:t> met </a:t>
          </a:r>
          <a:r>
            <a:rPr lang="en-US" dirty="0" err="1"/>
            <a:t>opdrachtgevers</a:t>
          </a:r>
          <a:endParaRPr lang="en-US" dirty="0"/>
        </a:p>
      </dgm:t>
    </dgm:pt>
    <dgm:pt modelId="{E1B2B39F-C5E5-4F6D-9B54-293916AF9F1F}" type="parTrans" cxnId="{B613AFD4-BAF1-4954-81E7-69CD8DBAC9D2}">
      <dgm:prSet/>
      <dgm:spPr/>
      <dgm:t>
        <a:bodyPr/>
        <a:lstStyle/>
        <a:p>
          <a:endParaRPr lang="en-US"/>
        </a:p>
      </dgm:t>
    </dgm:pt>
    <dgm:pt modelId="{E4A92E2F-4C13-4C53-9D72-213B8F07DB4D}" type="sibTrans" cxnId="{B613AFD4-BAF1-4954-81E7-69CD8DBAC9D2}">
      <dgm:prSet/>
      <dgm:spPr/>
      <dgm:t>
        <a:bodyPr/>
        <a:lstStyle/>
        <a:p>
          <a:endParaRPr lang="en-US"/>
        </a:p>
      </dgm:t>
    </dgm:pt>
    <dgm:pt modelId="{51457704-183C-4543-BCBB-5E95A7DA8D11}">
      <dgm:prSet/>
      <dgm:spPr/>
      <dgm:t>
        <a:bodyPr/>
        <a:lstStyle/>
        <a:p>
          <a:r>
            <a:rPr lang="en-US" dirty="0"/>
            <a:t>4.6 Ethische </a:t>
          </a:r>
          <a:r>
            <a:rPr lang="en-US" dirty="0" err="1"/>
            <a:t>normen</a:t>
          </a:r>
          <a:r>
            <a:rPr lang="en-US" dirty="0"/>
            <a:t> (18-21)</a:t>
          </a:r>
        </a:p>
      </dgm:t>
    </dgm:pt>
    <dgm:pt modelId="{2ED3D9C3-833C-4127-9471-2898EED86FB1}" type="parTrans" cxnId="{82E8D5BB-EDC5-4794-9F8D-7CDDA671EE79}">
      <dgm:prSet/>
      <dgm:spPr/>
      <dgm:t>
        <a:bodyPr/>
        <a:lstStyle/>
        <a:p>
          <a:endParaRPr lang="en-US"/>
        </a:p>
      </dgm:t>
    </dgm:pt>
    <dgm:pt modelId="{99F3C4F1-7DE2-4729-8923-84A0F031BC9A}" type="sibTrans" cxnId="{82E8D5BB-EDC5-4794-9F8D-7CDDA671EE79}">
      <dgm:prSet/>
      <dgm:spPr/>
      <dgm:t>
        <a:bodyPr/>
        <a:lstStyle/>
        <a:p>
          <a:endParaRPr lang="en-US"/>
        </a:p>
      </dgm:t>
    </dgm:pt>
    <dgm:pt modelId="{9622BD25-A3B5-476B-AB45-DFAFD3B5D8C8}">
      <dgm:prSet/>
      <dgm:spPr/>
      <dgm:t>
        <a:bodyPr/>
        <a:lstStyle/>
        <a:p>
          <a:r>
            <a:rPr lang="nl-NL"/>
            <a:t>(goed bereikbare) ECO, VPWI, CWI</a:t>
          </a:r>
          <a:endParaRPr lang="en-US"/>
        </a:p>
      </dgm:t>
    </dgm:pt>
    <dgm:pt modelId="{00E20F8B-495F-458C-806D-E2F57FF17CF7}" type="parTrans" cxnId="{ED8C1324-3F53-4F6A-8A2E-9CC6D9B0FEC1}">
      <dgm:prSet/>
      <dgm:spPr/>
      <dgm:t>
        <a:bodyPr/>
        <a:lstStyle/>
        <a:p>
          <a:endParaRPr lang="en-US"/>
        </a:p>
      </dgm:t>
    </dgm:pt>
    <dgm:pt modelId="{DC80B82D-C511-4996-9018-085CDB8E1E74}" type="sibTrans" cxnId="{ED8C1324-3F53-4F6A-8A2E-9CC6D9B0FEC1}">
      <dgm:prSet/>
      <dgm:spPr/>
      <dgm:t>
        <a:bodyPr/>
        <a:lstStyle/>
        <a:p>
          <a:endParaRPr lang="en-US"/>
        </a:p>
      </dgm:t>
    </dgm:pt>
    <dgm:pt modelId="{E1B6F3CB-CF89-4DEE-926B-FE10526041B8}">
      <dgm:prSet/>
      <dgm:spPr/>
      <dgm:t>
        <a:bodyPr/>
        <a:lstStyle/>
        <a:p>
          <a:r>
            <a:rPr lang="en-US" dirty="0" err="1"/>
            <a:t>zorgvuldig</a:t>
          </a:r>
          <a:r>
            <a:rPr lang="en-US" dirty="0"/>
            <a:t> </a:t>
          </a:r>
          <a:r>
            <a:rPr lang="en-US" dirty="0" err="1"/>
            <a:t>naar</a:t>
          </a:r>
          <a:r>
            <a:rPr lang="en-US" dirty="0"/>
            <a:t> </a:t>
          </a:r>
          <a:r>
            <a:rPr lang="en-US" dirty="0" err="1"/>
            <a:t>publiek</a:t>
          </a:r>
          <a:endParaRPr lang="en-US" dirty="0"/>
        </a:p>
      </dgm:t>
    </dgm:pt>
    <dgm:pt modelId="{C2139396-376D-4274-9BBC-F3E8C1796CDC}" type="parTrans" cxnId="{5958AB6F-66EC-4325-987E-BE3A3384101C}">
      <dgm:prSet/>
      <dgm:spPr/>
    </dgm:pt>
    <dgm:pt modelId="{16D258B0-E570-4EF0-9A4D-B1F131B3CC18}" type="sibTrans" cxnId="{5958AB6F-66EC-4325-987E-BE3A3384101C}">
      <dgm:prSet/>
      <dgm:spPr/>
    </dgm:pt>
    <dgm:pt modelId="{2C47B136-ED9A-413A-B076-C72451C2EA4F}" type="pres">
      <dgm:prSet presAssocID="{93DB2AF7-7E0A-4F71-975C-10C2C2DF61EC}" presName="linear" presStyleCnt="0">
        <dgm:presLayoutVars>
          <dgm:dir/>
          <dgm:animLvl val="lvl"/>
          <dgm:resizeHandles val="exact"/>
        </dgm:presLayoutVars>
      </dgm:prSet>
      <dgm:spPr/>
    </dgm:pt>
    <dgm:pt modelId="{6CCD0B17-A16C-4A8B-B5C9-818D63E740AE}" type="pres">
      <dgm:prSet presAssocID="{8743186D-561A-44BF-8F20-B3DA879AF524}" presName="parentLin" presStyleCnt="0"/>
      <dgm:spPr/>
    </dgm:pt>
    <dgm:pt modelId="{D362932F-8CD2-4EA1-A46F-518063C28838}" type="pres">
      <dgm:prSet presAssocID="{8743186D-561A-44BF-8F20-B3DA879AF524}" presName="parentLeftMargin" presStyleLbl="node1" presStyleIdx="0" presStyleCnt="5"/>
      <dgm:spPr/>
    </dgm:pt>
    <dgm:pt modelId="{1E9CBDFF-AF69-4C77-8559-6A0413BCE15B}" type="pres">
      <dgm:prSet presAssocID="{8743186D-561A-44BF-8F20-B3DA879AF52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ECEA227-B9B7-455E-9036-35EF08CB34AB}" type="pres">
      <dgm:prSet presAssocID="{8743186D-561A-44BF-8F20-B3DA879AF524}" presName="negativeSpace" presStyleCnt="0"/>
      <dgm:spPr/>
    </dgm:pt>
    <dgm:pt modelId="{7A5BEDE4-DABA-4071-821E-FB0DA57FB581}" type="pres">
      <dgm:prSet presAssocID="{8743186D-561A-44BF-8F20-B3DA879AF524}" presName="childText" presStyleLbl="conFgAcc1" presStyleIdx="0" presStyleCnt="5">
        <dgm:presLayoutVars>
          <dgm:bulletEnabled val="1"/>
        </dgm:presLayoutVars>
      </dgm:prSet>
      <dgm:spPr/>
    </dgm:pt>
    <dgm:pt modelId="{F1E89846-3D44-40C9-B7E8-326E7B47AA21}" type="pres">
      <dgm:prSet presAssocID="{37149919-9E9D-47CB-9F75-FA2E74D14AE6}" presName="spaceBetweenRectangles" presStyleCnt="0"/>
      <dgm:spPr/>
    </dgm:pt>
    <dgm:pt modelId="{0C5F2414-30A4-4005-AC1D-B6E1F623BDA5}" type="pres">
      <dgm:prSet presAssocID="{5C03D234-7A98-41EB-9DDD-2481D2926CCE}" presName="parentLin" presStyleCnt="0"/>
      <dgm:spPr/>
    </dgm:pt>
    <dgm:pt modelId="{D5A80948-AE07-4888-8DB2-65A2CB14F8B8}" type="pres">
      <dgm:prSet presAssocID="{5C03D234-7A98-41EB-9DDD-2481D2926CCE}" presName="parentLeftMargin" presStyleLbl="node1" presStyleIdx="0" presStyleCnt="5"/>
      <dgm:spPr/>
    </dgm:pt>
    <dgm:pt modelId="{120016CC-B355-459D-99B7-60DC39196F28}" type="pres">
      <dgm:prSet presAssocID="{5C03D234-7A98-41EB-9DDD-2481D2926CC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5CAA4A1-8344-45B0-87AC-4EABBC9B7D5C}" type="pres">
      <dgm:prSet presAssocID="{5C03D234-7A98-41EB-9DDD-2481D2926CCE}" presName="negativeSpace" presStyleCnt="0"/>
      <dgm:spPr/>
    </dgm:pt>
    <dgm:pt modelId="{229E53BE-E15D-4BCA-82DE-9B2FB2247F2C}" type="pres">
      <dgm:prSet presAssocID="{5C03D234-7A98-41EB-9DDD-2481D2926CCE}" presName="childText" presStyleLbl="conFgAcc1" presStyleIdx="1" presStyleCnt="5">
        <dgm:presLayoutVars>
          <dgm:bulletEnabled val="1"/>
        </dgm:presLayoutVars>
      </dgm:prSet>
      <dgm:spPr/>
    </dgm:pt>
    <dgm:pt modelId="{BCE05F8B-81CB-493B-9F03-F589415D793A}" type="pres">
      <dgm:prSet presAssocID="{D75B98FB-C563-4E9F-98F7-FC3CC222A8A3}" presName="spaceBetweenRectangles" presStyleCnt="0"/>
      <dgm:spPr/>
    </dgm:pt>
    <dgm:pt modelId="{0DBF7CFF-562F-4511-A2DB-684BC11ECC0C}" type="pres">
      <dgm:prSet presAssocID="{DAAC8964-A386-43AF-9332-E2B2683AB33E}" presName="parentLin" presStyleCnt="0"/>
      <dgm:spPr/>
    </dgm:pt>
    <dgm:pt modelId="{E897B252-9F5A-4ECC-B731-D383D6E4AF70}" type="pres">
      <dgm:prSet presAssocID="{DAAC8964-A386-43AF-9332-E2B2683AB33E}" presName="parentLeftMargin" presStyleLbl="node1" presStyleIdx="1" presStyleCnt="5"/>
      <dgm:spPr/>
    </dgm:pt>
    <dgm:pt modelId="{A48C9652-358B-4C43-BA62-E3BFEDD85B96}" type="pres">
      <dgm:prSet presAssocID="{DAAC8964-A386-43AF-9332-E2B2683AB33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B0A2F5F-0997-4670-86FC-0CCF7C40B526}" type="pres">
      <dgm:prSet presAssocID="{DAAC8964-A386-43AF-9332-E2B2683AB33E}" presName="negativeSpace" presStyleCnt="0"/>
      <dgm:spPr/>
    </dgm:pt>
    <dgm:pt modelId="{A8B5425D-7E7C-40ED-B11D-36B5A2FBD1FF}" type="pres">
      <dgm:prSet presAssocID="{DAAC8964-A386-43AF-9332-E2B2683AB33E}" presName="childText" presStyleLbl="conFgAcc1" presStyleIdx="2" presStyleCnt="5">
        <dgm:presLayoutVars>
          <dgm:bulletEnabled val="1"/>
        </dgm:presLayoutVars>
      </dgm:prSet>
      <dgm:spPr/>
    </dgm:pt>
    <dgm:pt modelId="{804FE8C9-A084-4FA7-A9BF-1B7486E1D543}" type="pres">
      <dgm:prSet presAssocID="{EAA6C66D-DCB3-4289-B0D4-EE64F3D71566}" presName="spaceBetweenRectangles" presStyleCnt="0"/>
      <dgm:spPr/>
    </dgm:pt>
    <dgm:pt modelId="{2309B481-E988-48CD-B795-DEF47A09B855}" type="pres">
      <dgm:prSet presAssocID="{662F508D-E95F-40FB-9AFB-696DB0148D88}" presName="parentLin" presStyleCnt="0"/>
      <dgm:spPr/>
    </dgm:pt>
    <dgm:pt modelId="{D028BD3E-2028-4A64-95BB-D0ADCD409F0F}" type="pres">
      <dgm:prSet presAssocID="{662F508D-E95F-40FB-9AFB-696DB0148D88}" presName="parentLeftMargin" presStyleLbl="node1" presStyleIdx="2" presStyleCnt="5"/>
      <dgm:spPr/>
    </dgm:pt>
    <dgm:pt modelId="{42FE8C2E-2952-458E-8F8F-8C3B0AAD6B3B}" type="pres">
      <dgm:prSet presAssocID="{662F508D-E95F-40FB-9AFB-696DB0148D8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AF70090-3D0C-4828-A214-C3D41527514B}" type="pres">
      <dgm:prSet presAssocID="{662F508D-E95F-40FB-9AFB-696DB0148D88}" presName="negativeSpace" presStyleCnt="0"/>
      <dgm:spPr/>
    </dgm:pt>
    <dgm:pt modelId="{3727E209-CEC2-4739-AA22-1EA1777DFEAD}" type="pres">
      <dgm:prSet presAssocID="{662F508D-E95F-40FB-9AFB-696DB0148D88}" presName="childText" presStyleLbl="conFgAcc1" presStyleIdx="3" presStyleCnt="5">
        <dgm:presLayoutVars>
          <dgm:bulletEnabled val="1"/>
        </dgm:presLayoutVars>
      </dgm:prSet>
      <dgm:spPr/>
    </dgm:pt>
    <dgm:pt modelId="{DAB41E26-AEAD-47E0-83D0-F440CDB44DB3}" type="pres">
      <dgm:prSet presAssocID="{2415A11A-9F6B-4F52-BAA2-25BD37196183}" presName="spaceBetweenRectangles" presStyleCnt="0"/>
      <dgm:spPr/>
    </dgm:pt>
    <dgm:pt modelId="{141A9230-222A-4EC8-A875-07CAC470646A}" type="pres">
      <dgm:prSet presAssocID="{51457704-183C-4543-BCBB-5E95A7DA8D11}" presName="parentLin" presStyleCnt="0"/>
      <dgm:spPr/>
    </dgm:pt>
    <dgm:pt modelId="{A0576742-7DEB-413D-A1CD-65103A87A173}" type="pres">
      <dgm:prSet presAssocID="{51457704-183C-4543-BCBB-5E95A7DA8D11}" presName="parentLeftMargin" presStyleLbl="node1" presStyleIdx="3" presStyleCnt="5"/>
      <dgm:spPr/>
    </dgm:pt>
    <dgm:pt modelId="{47DB497B-6B52-462C-AD85-51A190C7165C}" type="pres">
      <dgm:prSet presAssocID="{51457704-183C-4543-BCBB-5E95A7DA8D1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B884CB7-88F3-4F1B-BE8C-DE75B3F6D63B}" type="pres">
      <dgm:prSet presAssocID="{51457704-183C-4543-BCBB-5E95A7DA8D11}" presName="negativeSpace" presStyleCnt="0"/>
      <dgm:spPr/>
    </dgm:pt>
    <dgm:pt modelId="{BA644EB8-C86D-45B5-8BF4-AE1A63EE7955}" type="pres">
      <dgm:prSet presAssocID="{51457704-183C-4543-BCBB-5E95A7DA8D11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5F73200-33DC-454B-8021-42CC8D942D7B}" type="presOf" srcId="{CB24F343-664B-4107-93E7-BC1BAB6B904A}" destId="{229E53BE-E15D-4BCA-82DE-9B2FB2247F2C}" srcOrd="0" destOrd="0" presId="urn:microsoft.com/office/officeart/2005/8/layout/list1"/>
    <dgm:cxn modelId="{69275916-17C3-4C79-BF8A-5CA6BA9E076D}" type="presOf" srcId="{5C03D234-7A98-41EB-9DDD-2481D2926CCE}" destId="{D5A80948-AE07-4888-8DB2-65A2CB14F8B8}" srcOrd="0" destOrd="0" presId="urn:microsoft.com/office/officeart/2005/8/layout/list1"/>
    <dgm:cxn modelId="{C0945B1D-DBD0-4949-A0F1-8F480E267CFD}" srcId="{93DB2AF7-7E0A-4F71-975C-10C2C2DF61EC}" destId="{662F508D-E95F-40FB-9AFB-696DB0148D88}" srcOrd="3" destOrd="0" parTransId="{036E641F-81BD-4BC3-91F9-2893FDF1A5F7}" sibTransId="{2415A11A-9F6B-4F52-BAA2-25BD37196183}"/>
    <dgm:cxn modelId="{ED8C1324-3F53-4F6A-8A2E-9CC6D9B0FEC1}" srcId="{51457704-183C-4543-BCBB-5E95A7DA8D11}" destId="{9622BD25-A3B5-476B-AB45-DFAFD3B5D8C8}" srcOrd="0" destOrd="0" parTransId="{00E20F8B-495F-458C-806D-E2F57FF17CF7}" sibTransId="{DC80B82D-C511-4996-9018-085CDB8E1E74}"/>
    <dgm:cxn modelId="{7EEB2C27-D6B9-4E6E-B9F3-5F37BDADE3E7}" type="presOf" srcId="{8743186D-561A-44BF-8F20-B3DA879AF524}" destId="{D362932F-8CD2-4EA1-A46F-518063C28838}" srcOrd="0" destOrd="0" presId="urn:microsoft.com/office/officeart/2005/8/layout/list1"/>
    <dgm:cxn modelId="{53FE343D-4324-49BE-8EC2-E4398F4D0B8F}" type="presOf" srcId="{DAAC8964-A386-43AF-9332-E2B2683AB33E}" destId="{A48C9652-358B-4C43-BA62-E3BFEDD85B96}" srcOrd="1" destOrd="0" presId="urn:microsoft.com/office/officeart/2005/8/layout/list1"/>
    <dgm:cxn modelId="{9282324A-11AB-41CB-8576-1B27D00F7232}" srcId="{93DB2AF7-7E0A-4F71-975C-10C2C2DF61EC}" destId="{5C03D234-7A98-41EB-9DDD-2481D2926CCE}" srcOrd="1" destOrd="0" parTransId="{6243AD31-3450-4AF0-AB81-BF1E0C4F9615}" sibTransId="{D75B98FB-C563-4E9F-98F7-FC3CC222A8A3}"/>
    <dgm:cxn modelId="{395A286C-38C8-4436-9E07-641EAB628FD9}" srcId="{8743186D-561A-44BF-8F20-B3DA879AF524}" destId="{4CEA29C7-4383-4C46-81FD-F6A60426EFC4}" srcOrd="0" destOrd="0" parTransId="{172B19F2-F33F-4263-A8C8-86A828B349B7}" sibTransId="{26273EAD-1EAA-46CD-8902-4E2A2EACB182}"/>
    <dgm:cxn modelId="{5958AB6F-66EC-4325-987E-BE3A3384101C}" srcId="{662F508D-E95F-40FB-9AFB-696DB0148D88}" destId="{E1B6F3CB-CF89-4DEE-926B-FE10526041B8}" srcOrd="1" destOrd="0" parTransId="{C2139396-376D-4274-9BBC-F3E8C1796CDC}" sibTransId="{16D258B0-E570-4EF0-9A4D-B1F131B3CC18}"/>
    <dgm:cxn modelId="{65ADAF71-0ADA-46B6-8B44-1725731D2548}" type="presOf" srcId="{9622BD25-A3B5-476B-AB45-DFAFD3B5D8C8}" destId="{BA644EB8-C86D-45B5-8BF4-AE1A63EE7955}" srcOrd="0" destOrd="0" presId="urn:microsoft.com/office/officeart/2005/8/layout/list1"/>
    <dgm:cxn modelId="{76B52F5A-694B-4656-B9B9-C2A1C9C95B43}" type="presOf" srcId="{E1B6F3CB-CF89-4DEE-926B-FE10526041B8}" destId="{3727E209-CEC2-4739-AA22-1EA1777DFEAD}" srcOrd="0" destOrd="1" presId="urn:microsoft.com/office/officeart/2005/8/layout/list1"/>
    <dgm:cxn modelId="{0F359E5A-B942-4AA3-A483-C7292F5A7A9F}" type="presOf" srcId="{DAAC8964-A386-43AF-9332-E2B2683AB33E}" destId="{E897B252-9F5A-4ECC-B731-D383D6E4AF70}" srcOrd="0" destOrd="0" presId="urn:microsoft.com/office/officeart/2005/8/layout/list1"/>
    <dgm:cxn modelId="{E4BF0782-9F43-435C-A283-571116042D7C}" srcId="{5C03D234-7A98-41EB-9DDD-2481D2926CCE}" destId="{CB24F343-664B-4107-93E7-BC1BAB6B904A}" srcOrd="0" destOrd="0" parTransId="{2BCDFE21-1F1F-448E-98B7-E3081AFB2500}" sibTransId="{7A2054D5-ADE3-4D43-99E0-8C3376B3FC71}"/>
    <dgm:cxn modelId="{47657083-0BBA-49B3-B4C3-3595B8C4EF37}" type="presOf" srcId="{662F508D-E95F-40FB-9AFB-696DB0148D88}" destId="{42FE8C2E-2952-458E-8F8F-8C3B0AAD6B3B}" srcOrd="1" destOrd="0" presId="urn:microsoft.com/office/officeart/2005/8/layout/list1"/>
    <dgm:cxn modelId="{B8E6588F-2DD8-475B-A14B-ED6B945FAF95}" type="presOf" srcId="{51457704-183C-4543-BCBB-5E95A7DA8D11}" destId="{A0576742-7DEB-413D-A1CD-65103A87A173}" srcOrd="0" destOrd="0" presId="urn:microsoft.com/office/officeart/2005/8/layout/list1"/>
    <dgm:cxn modelId="{E0FFBBA1-E02B-4E81-93E6-2A5A02246FA4}" type="presOf" srcId="{89E2F52C-E0B4-4665-BEB6-800EF471F0D6}" destId="{A8B5425D-7E7C-40ED-B11D-36B5A2FBD1FF}" srcOrd="0" destOrd="0" presId="urn:microsoft.com/office/officeart/2005/8/layout/list1"/>
    <dgm:cxn modelId="{E57203A6-2B0A-4051-A1CE-25F61007BB64}" type="presOf" srcId="{6CD36316-C743-42DB-B37F-AD7519678FEC}" destId="{229E53BE-E15D-4BCA-82DE-9B2FB2247F2C}" srcOrd="0" destOrd="1" presId="urn:microsoft.com/office/officeart/2005/8/layout/list1"/>
    <dgm:cxn modelId="{A19855B0-B485-4A1F-A1D7-19186859F58E}" type="presOf" srcId="{8743186D-561A-44BF-8F20-B3DA879AF524}" destId="{1E9CBDFF-AF69-4C77-8559-6A0413BCE15B}" srcOrd="1" destOrd="0" presId="urn:microsoft.com/office/officeart/2005/8/layout/list1"/>
    <dgm:cxn modelId="{D8C060B1-38B7-4991-91CC-8A65006C4802}" srcId="{DAAC8964-A386-43AF-9332-E2B2683AB33E}" destId="{89E2F52C-E0B4-4665-BEB6-800EF471F0D6}" srcOrd="0" destOrd="0" parTransId="{8D2EDDBD-A6A1-47C3-BFF5-9AAC1A2BDDD8}" sibTransId="{C2C24978-FD5B-4C33-9E2B-FD7BAF7ABE51}"/>
    <dgm:cxn modelId="{C70360B2-CD98-4468-A884-078C552FCB06}" type="presOf" srcId="{5C03D234-7A98-41EB-9DDD-2481D2926CCE}" destId="{120016CC-B355-459D-99B7-60DC39196F28}" srcOrd="1" destOrd="0" presId="urn:microsoft.com/office/officeart/2005/8/layout/list1"/>
    <dgm:cxn modelId="{49F307B5-3A06-4541-A81B-215AF0ADFDE9}" srcId="{93DB2AF7-7E0A-4F71-975C-10C2C2DF61EC}" destId="{8743186D-561A-44BF-8F20-B3DA879AF524}" srcOrd="0" destOrd="0" parTransId="{3E252E8D-7725-437A-A20F-61FC242D3EB4}" sibTransId="{37149919-9E9D-47CB-9F75-FA2E74D14AE6}"/>
    <dgm:cxn modelId="{93BF85B5-ACD8-43B9-83BB-992182DEE23B}" type="presOf" srcId="{93DB2AF7-7E0A-4F71-975C-10C2C2DF61EC}" destId="{2C47B136-ED9A-413A-B076-C72451C2EA4F}" srcOrd="0" destOrd="0" presId="urn:microsoft.com/office/officeart/2005/8/layout/list1"/>
    <dgm:cxn modelId="{C680EEB6-1AA3-486C-B201-2E4DE9420174}" type="presOf" srcId="{51457704-183C-4543-BCBB-5E95A7DA8D11}" destId="{47DB497B-6B52-462C-AD85-51A190C7165C}" srcOrd="1" destOrd="0" presId="urn:microsoft.com/office/officeart/2005/8/layout/list1"/>
    <dgm:cxn modelId="{82E8D5BB-EDC5-4794-9F8D-7CDDA671EE79}" srcId="{93DB2AF7-7E0A-4F71-975C-10C2C2DF61EC}" destId="{51457704-183C-4543-BCBB-5E95A7DA8D11}" srcOrd="4" destOrd="0" parTransId="{2ED3D9C3-833C-4127-9471-2898EED86FB1}" sibTransId="{99F3C4F1-7DE2-4729-8923-84A0F031BC9A}"/>
    <dgm:cxn modelId="{2C0A26CB-1D47-4CCF-8F6A-C01F105AF3AE}" srcId="{5C03D234-7A98-41EB-9DDD-2481D2926CCE}" destId="{6CD36316-C743-42DB-B37F-AD7519678FEC}" srcOrd="1" destOrd="0" parTransId="{27514653-8B5C-4A12-B0A0-0DF91A2E9835}" sibTransId="{CCD183EC-C9FF-42EC-A78A-7DC772E2F753}"/>
    <dgm:cxn modelId="{756043CC-5FFD-4106-96A7-0A734A14017C}" type="presOf" srcId="{662F508D-E95F-40FB-9AFB-696DB0148D88}" destId="{D028BD3E-2028-4A64-95BB-D0ADCD409F0F}" srcOrd="0" destOrd="0" presId="urn:microsoft.com/office/officeart/2005/8/layout/list1"/>
    <dgm:cxn modelId="{B613AFD4-BAF1-4954-81E7-69CD8DBAC9D2}" srcId="{662F508D-E95F-40FB-9AFB-696DB0148D88}" destId="{553B1361-A968-4F53-B5EE-2F7BD9BD7DC3}" srcOrd="0" destOrd="0" parTransId="{E1B2B39F-C5E5-4F6D-9B54-293916AF9F1F}" sibTransId="{E4A92E2F-4C13-4C53-9D72-213B8F07DB4D}"/>
    <dgm:cxn modelId="{0BD1DADA-F8BB-4252-AC44-20C9D89CF3A8}" srcId="{93DB2AF7-7E0A-4F71-975C-10C2C2DF61EC}" destId="{DAAC8964-A386-43AF-9332-E2B2683AB33E}" srcOrd="2" destOrd="0" parTransId="{96747630-AA80-4392-A215-846C05A0B753}" sibTransId="{EAA6C66D-DCB3-4289-B0D4-EE64F3D71566}"/>
    <dgm:cxn modelId="{52CD9BF6-473D-4871-AFE8-F59688FDB1FE}" type="presOf" srcId="{553B1361-A968-4F53-B5EE-2F7BD9BD7DC3}" destId="{3727E209-CEC2-4739-AA22-1EA1777DFEAD}" srcOrd="0" destOrd="0" presId="urn:microsoft.com/office/officeart/2005/8/layout/list1"/>
    <dgm:cxn modelId="{00C469FF-3921-4729-81FC-957E4CC350E0}" type="presOf" srcId="{4CEA29C7-4383-4C46-81FD-F6A60426EFC4}" destId="{7A5BEDE4-DABA-4071-821E-FB0DA57FB581}" srcOrd="0" destOrd="0" presId="urn:microsoft.com/office/officeart/2005/8/layout/list1"/>
    <dgm:cxn modelId="{2006565E-2429-43FD-AFA3-F370CD0FF871}" type="presParOf" srcId="{2C47B136-ED9A-413A-B076-C72451C2EA4F}" destId="{6CCD0B17-A16C-4A8B-B5C9-818D63E740AE}" srcOrd="0" destOrd="0" presId="urn:microsoft.com/office/officeart/2005/8/layout/list1"/>
    <dgm:cxn modelId="{C03D607A-0EC4-43A5-9298-E3FB91229F06}" type="presParOf" srcId="{6CCD0B17-A16C-4A8B-B5C9-818D63E740AE}" destId="{D362932F-8CD2-4EA1-A46F-518063C28838}" srcOrd="0" destOrd="0" presId="urn:microsoft.com/office/officeart/2005/8/layout/list1"/>
    <dgm:cxn modelId="{9E4A6FDB-4643-40A3-AE88-70199358F133}" type="presParOf" srcId="{6CCD0B17-A16C-4A8B-B5C9-818D63E740AE}" destId="{1E9CBDFF-AF69-4C77-8559-6A0413BCE15B}" srcOrd="1" destOrd="0" presId="urn:microsoft.com/office/officeart/2005/8/layout/list1"/>
    <dgm:cxn modelId="{CED3F928-6115-444F-8968-154CE6852BED}" type="presParOf" srcId="{2C47B136-ED9A-413A-B076-C72451C2EA4F}" destId="{7ECEA227-B9B7-455E-9036-35EF08CB34AB}" srcOrd="1" destOrd="0" presId="urn:microsoft.com/office/officeart/2005/8/layout/list1"/>
    <dgm:cxn modelId="{E60B07CE-626A-49FF-BCCF-EA860A4C6160}" type="presParOf" srcId="{2C47B136-ED9A-413A-B076-C72451C2EA4F}" destId="{7A5BEDE4-DABA-4071-821E-FB0DA57FB581}" srcOrd="2" destOrd="0" presId="urn:microsoft.com/office/officeart/2005/8/layout/list1"/>
    <dgm:cxn modelId="{C3C73AB9-C241-49C4-8268-962BABE34999}" type="presParOf" srcId="{2C47B136-ED9A-413A-B076-C72451C2EA4F}" destId="{F1E89846-3D44-40C9-B7E8-326E7B47AA21}" srcOrd="3" destOrd="0" presId="urn:microsoft.com/office/officeart/2005/8/layout/list1"/>
    <dgm:cxn modelId="{F47B25E0-57BF-47E9-AA12-3CCE64380A5C}" type="presParOf" srcId="{2C47B136-ED9A-413A-B076-C72451C2EA4F}" destId="{0C5F2414-30A4-4005-AC1D-B6E1F623BDA5}" srcOrd="4" destOrd="0" presId="urn:microsoft.com/office/officeart/2005/8/layout/list1"/>
    <dgm:cxn modelId="{771FB409-D495-4664-9BAB-6C6149BDE00E}" type="presParOf" srcId="{0C5F2414-30A4-4005-AC1D-B6E1F623BDA5}" destId="{D5A80948-AE07-4888-8DB2-65A2CB14F8B8}" srcOrd="0" destOrd="0" presId="urn:microsoft.com/office/officeart/2005/8/layout/list1"/>
    <dgm:cxn modelId="{947E9652-904E-4043-9A6D-DBF130DCAEBB}" type="presParOf" srcId="{0C5F2414-30A4-4005-AC1D-B6E1F623BDA5}" destId="{120016CC-B355-459D-99B7-60DC39196F28}" srcOrd="1" destOrd="0" presId="urn:microsoft.com/office/officeart/2005/8/layout/list1"/>
    <dgm:cxn modelId="{447BC4A4-B2C5-472A-A169-8CE535DA66A6}" type="presParOf" srcId="{2C47B136-ED9A-413A-B076-C72451C2EA4F}" destId="{B5CAA4A1-8344-45B0-87AC-4EABBC9B7D5C}" srcOrd="5" destOrd="0" presId="urn:microsoft.com/office/officeart/2005/8/layout/list1"/>
    <dgm:cxn modelId="{01CC435D-36F3-492D-B3A3-C2D2F053193D}" type="presParOf" srcId="{2C47B136-ED9A-413A-B076-C72451C2EA4F}" destId="{229E53BE-E15D-4BCA-82DE-9B2FB2247F2C}" srcOrd="6" destOrd="0" presId="urn:microsoft.com/office/officeart/2005/8/layout/list1"/>
    <dgm:cxn modelId="{20592FF7-6087-4AAA-AB5C-C221A71118B8}" type="presParOf" srcId="{2C47B136-ED9A-413A-B076-C72451C2EA4F}" destId="{BCE05F8B-81CB-493B-9F03-F589415D793A}" srcOrd="7" destOrd="0" presId="urn:microsoft.com/office/officeart/2005/8/layout/list1"/>
    <dgm:cxn modelId="{AF9D3EC7-A2DF-4F96-A344-C1286271079A}" type="presParOf" srcId="{2C47B136-ED9A-413A-B076-C72451C2EA4F}" destId="{0DBF7CFF-562F-4511-A2DB-684BC11ECC0C}" srcOrd="8" destOrd="0" presId="urn:microsoft.com/office/officeart/2005/8/layout/list1"/>
    <dgm:cxn modelId="{45EFE732-2D27-4CF0-9140-4AB9CB2737C4}" type="presParOf" srcId="{0DBF7CFF-562F-4511-A2DB-684BC11ECC0C}" destId="{E897B252-9F5A-4ECC-B731-D383D6E4AF70}" srcOrd="0" destOrd="0" presId="urn:microsoft.com/office/officeart/2005/8/layout/list1"/>
    <dgm:cxn modelId="{B3E6B451-495B-4605-A1FC-4A4576D240B9}" type="presParOf" srcId="{0DBF7CFF-562F-4511-A2DB-684BC11ECC0C}" destId="{A48C9652-358B-4C43-BA62-E3BFEDD85B96}" srcOrd="1" destOrd="0" presId="urn:microsoft.com/office/officeart/2005/8/layout/list1"/>
    <dgm:cxn modelId="{1B27EAC4-BDC4-4C59-B389-AC389B312002}" type="presParOf" srcId="{2C47B136-ED9A-413A-B076-C72451C2EA4F}" destId="{EB0A2F5F-0997-4670-86FC-0CCF7C40B526}" srcOrd="9" destOrd="0" presId="urn:microsoft.com/office/officeart/2005/8/layout/list1"/>
    <dgm:cxn modelId="{F5860127-4985-4F11-8DFD-9B36FB8B5F99}" type="presParOf" srcId="{2C47B136-ED9A-413A-B076-C72451C2EA4F}" destId="{A8B5425D-7E7C-40ED-B11D-36B5A2FBD1FF}" srcOrd="10" destOrd="0" presId="urn:microsoft.com/office/officeart/2005/8/layout/list1"/>
    <dgm:cxn modelId="{04E666EE-5DAD-48D0-9A2E-C330559102AB}" type="presParOf" srcId="{2C47B136-ED9A-413A-B076-C72451C2EA4F}" destId="{804FE8C9-A084-4FA7-A9BF-1B7486E1D543}" srcOrd="11" destOrd="0" presId="urn:microsoft.com/office/officeart/2005/8/layout/list1"/>
    <dgm:cxn modelId="{FE093C3B-64F3-4545-BB1B-FB905B401D4E}" type="presParOf" srcId="{2C47B136-ED9A-413A-B076-C72451C2EA4F}" destId="{2309B481-E988-48CD-B795-DEF47A09B855}" srcOrd="12" destOrd="0" presId="urn:microsoft.com/office/officeart/2005/8/layout/list1"/>
    <dgm:cxn modelId="{5FBD5226-B134-40B7-92ED-DCFB131CC580}" type="presParOf" srcId="{2309B481-E988-48CD-B795-DEF47A09B855}" destId="{D028BD3E-2028-4A64-95BB-D0ADCD409F0F}" srcOrd="0" destOrd="0" presId="urn:microsoft.com/office/officeart/2005/8/layout/list1"/>
    <dgm:cxn modelId="{030FF2CB-0D34-499A-ADFB-27F21EEBDE27}" type="presParOf" srcId="{2309B481-E988-48CD-B795-DEF47A09B855}" destId="{42FE8C2E-2952-458E-8F8F-8C3B0AAD6B3B}" srcOrd="1" destOrd="0" presId="urn:microsoft.com/office/officeart/2005/8/layout/list1"/>
    <dgm:cxn modelId="{E4AA0D69-F6ED-4345-B66F-F82046B130B9}" type="presParOf" srcId="{2C47B136-ED9A-413A-B076-C72451C2EA4F}" destId="{4AF70090-3D0C-4828-A214-C3D41527514B}" srcOrd="13" destOrd="0" presId="urn:microsoft.com/office/officeart/2005/8/layout/list1"/>
    <dgm:cxn modelId="{096C80B2-B111-4C86-BE4C-300E980F17FF}" type="presParOf" srcId="{2C47B136-ED9A-413A-B076-C72451C2EA4F}" destId="{3727E209-CEC2-4739-AA22-1EA1777DFEAD}" srcOrd="14" destOrd="0" presId="urn:microsoft.com/office/officeart/2005/8/layout/list1"/>
    <dgm:cxn modelId="{1248A819-843F-41BB-B099-5DF22A9E48DB}" type="presParOf" srcId="{2C47B136-ED9A-413A-B076-C72451C2EA4F}" destId="{DAB41E26-AEAD-47E0-83D0-F440CDB44DB3}" srcOrd="15" destOrd="0" presId="urn:microsoft.com/office/officeart/2005/8/layout/list1"/>
    <dgm:cxn modelId="{1A11A063-F07A-463D-979D-5F6FCBD574D8}" type="presParOf" srcId="{2C47B136-ED9A-413A-B076-C72451C2EA4F}" destId="{141A9230-222A-4EC8-A875-07CAC470646A}" srcOrd="16" destOrd="0" presId="urn:microsoft.com/office/officeart/2005/8/layout/list1"/>
    <dgm:cxn modelId="{E738EF23-6273-4A08-BE51-5B672BB0A9BB}" type="presParOf" srcId="{141A9230-222A-4EC8-A875-07CAC470646A}" destId="{A0576742-7DEB-413D-A1CD-65103A87A173}" srcOrd="0" destOrd="0" presId="urn:microsoft.com/office/officeart/2005/8/layout/list1"/>
    <dgm:cxn modelId="{79990733-235C-47DD-BF09-BDA42D4ABCC3}" type="presParOf" srcId="{141A9230-222A-4EC8-A875-07CAC470646A}" destId="{47DB497B-6B52-462C-AD85-51A190C7165C}" srcOrd="1" destOrd="0" presId="urn:microsoft.com/office/officeart/2005/8/layout/list1"/>
    <dgm:cxn modelId="{E31CBC91-EE97-4191-8A40-479638F9F258}" type="presParOf" srcId="{2C47B136-ED9A-413A-B076-C72451C2EA4F}" destId="{9B884CB7-88F3-4F1B-BE8C-DE75B3F6D63B}" srcOrd="17" destOrd="0" presId="urn:microsoft.com/office/officeart/2005/8/layout/list1"/>
    <dgm:cxn modelId="{0A74709D-123D-46B1-A4F6-0CE39F95ABC8}" type="presParOf" srcId="{2C47B136-ED9A-413A-B076-C72451C2EA4F}" destId="{BA644EB8-C86D-45B5-8BF4-AE1A63EE795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DB2AF7-7E0A-4F71-975C-10C2C2DF61EC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43186D-561A-44BF-8F20-B3DA879AF524}">
      <dgm:prSet/>
      <dgm:spPr/>
      <dgm:t>
        <a:bodyPr/>
        <a:lstStyle/>
        <a:p>
          <a:r>
            <a:rPr lang="en-US" dirty="0" err="1"/>
            <a:t>Cultuur</a:t>
          </a:r>
          <a:endParaRPr lang="en-US" dirty="0"/>
        </a:p>
      </dgm:t>
    </dgm:pt>
    <dgm:pt modelId="{3E252E8D-7725-437A-A20F-61FC242D3EB4}" type="parTrans" cxnId="{49F307B5-3A06-4541-A81B-215AF0ADFDE9}">
      <dgm:prSet/>
      <dgm:spPr/>
      <dgm:t>
        <a:bodyPr/>
        <a:lstStyle/>
        <a:p>
          <a:endParaRPr lang="en-US"/>
        </a:p>
      </dgm:t>
    </dgm:pt>
    <dgm:pt modelId="{37149919-9E9D-47CB-9F75-FA2E74D14AE6}" type="sibTrans" cxnId="{49F307B5-3A06-4541-A81B-215AF0ADFDE9}">
      <dgm:prSet/>
      <dgm:spPr/>
      <dgm:t>
        <a:bodyPr/>
        <a:lstStyle/>
        <a:p>
          <a:endParaRPr lang="en-US"/>
        </a:p>
      </dgm:t>
    </dgm:pt>
    <dgm:pt modelId="{4CEA29C7-4383-4C46-81FD-F6A60426EFC4}">
      <dgm:prSet/>
      <dgm:spPr/>
      <dgm:t>
        <a:bodyPr/>
        <a:lstStyle/>
        <a:p>
          <a:r>
            <a:rPr lang="en-US" dirty="0" err="1"/>
            <a:t>Verzorg</a:t>
          </a:r>
          <a:r>
            <a:rPr lang="en-US" dirty="0"/>
            <a:t> </a:t>
          </a:r>
          <a:r>
            <a:rPr lang="en-US" dirty="0" err="1"/>
            <a:t>voorlichting</a:t>
          </a:r>
          <a:r>
            <a:rPr lang="en-US" dirty="0"/>
            <a:t> over principes &amp; </a:t>
          </a:r>
          <a:r>
            <a:rPr lang="en-US" dirty="0" err="1"/>
            <a:t>standaarden</a:t>
          </a:r>
          <a:r>
            <a:rPr lang="en-US" dirty="0"/>
            <a:t>, van meet </a:t>
          </a:r>
          <a:r>
            <a:rPr lang="en-US" dirty="0" err="1"/>
            <a:t>af</a:t>
          </a:r>
          <a:r>
            <a:rPr lang="en-US" dirty="0"/>
            <a:t> aan</a:t>
          </a:r>
        </a:p>
      </dgm:t>
    </dgm:pt>
    <dgm:pt modelId="{172B19F2-F33F-4263-A8C8-86A828B349B7}" type="parTrans" cxnId="{395A286C-38C8-4436-9E07-641EAB628FD9}">
      <dgm:prSet/>
      <dgm:spPr/>
      <dgm:t>
        <a:bodyPr/>
        <a:lstStyle/>
        <a:p>
          <a:endParaRPr lang="en-US"/>
        </a:p>
      </dgm:t>
    </dgm:pt>
    <dgm:pt modelId="{26273EAD-1EAA-46CD-8902-4E2A2EACB182}" type="sibTrans" cxnId="{395A286C-38C8-4436-9E07-641EAB628FD9}">
      <dgm:prSet/>
      <dgm:spPr/>
      <dgm:t>
        <a:bodyPr/>
        <a:lstStyle/>
        <a:p>
          <a:endParaRPr lang="en-US"/>
        </a:p>
      </dgm:t>
    </dgm:pt>
    <dgm:pt modelId="{5C03D234-7A98-41EB-9DDD-2481D2926CCE}">
      <dgm:prSet/>
      <dgm:spPr/>
      <dgm:t>
        <a:bodyPr/>
        <a:lstStyle/>
        <a:p>
          <a:r>
            <a:rPr lang="en-US" dirty="0" err="1"/>
            <a:t>Zorgplichten</a:t>
          </a:r>
          <a:endParaRPr lang="en-US" dirty="0"/>
        </a:p>
      </dgm:t>
    </dgm:pt>
    <dgm:pt modelId="{6243AD31-3450-4AF0-AB81-BF1E0C4F9615}" type="parTrans" cxnId="{9282324A-11AB-41CB-8576-1B27D00F7232}">
      <dgm:prSet/>
      <dgm:spPr/>
      <dgm:t>
        <a:bodyPr/>
        <a:lstStyle/>
        <a:p>
          <a:endParaRPr lang="en-US"/>
        </a:p>
      </dgm:t>
    </dgm:pt>
    <dgm:pt modelId="{D75B98FB-C563-4E9F-98F7-FC3CC222A8A3}" type="sibTrans" cxnId="{9282324A-11AB-41CB-8576-1B27D00F7232}">
      <dgm:prSet/>
      <dgm:spPr/>
      <dgm:t>
        <a:bodyPr/>
        <a:lstStyle/>
        <a:p>
          <a:endParaRPr lang="en-US"/>
        </a:p>
      </dgm:t>
    </dgm:pt>
    <dgm:pt modelId="{DAAC8964-A386-43AF-9332-E2B2683AB33E}">
      <dgm:prSet/>
      <dgm:spPr/>
      <dgm:t>
        <a:bodyPr/>
        <a:lstStyle/>
        <a:p>
          <a:r>
            <a:rPr lang="en-US" dirty="0" err="1"/>
            <a:t>Beleid</a:t>
          </a:r>
          <a:r>
            <a:rPr lang="en-US" dirty="0"/>
            <a:t> en </a:t>
          </a:r>
          <a:r>
            <a:rPr lang="en-US" dirty="0" err="1"/>
            <a:t>inbedding</a:t>
          </a:r>
          <a:endParaRPr lang="en-US" dirty="0"/>
        </a:p>
      </dgm:t>
    </dgm:pt>
    <dgm:pt modelId="{96747630-AA80-4392-A215-846C05A0B753}" type="parTrans" cxnId="{0BD1DADA-F8BB-4252-AC44-20C9D89CF3A8}">
      <dgm:prSet/>
      <dgm:spPr/>
      <dgm:t>
        <a:bodyPr/>
        <a:lstStyle/>
        <a:p>
          <a:endParaRPr lang="en-US"/>
        </a:p>
      </dgm:t>
    </dgm:pt>
    <dgm:pt modelId="{EAA6C66D-DCB3-4289-B0D4-EE64F3D71566}" type="sibTrans" cxnId="{0BD1DADA-F8BB-4252-AC44-20C9D89CF3A8}">
      <dgm:prSet/>
      <dgm:spPr/>
      <dgm:t>
        <a:bodyPr/>
        <a:lstStyle/>
        <a:p>
          <a:endParaRPr lang="en-US"/>
        </a:p>
      </dgm:t>
    </dgm:pt>
    <dgm:pt modelId="{89E2F52C-E0B4-4665-BEB6-800EF471F0D6}">
      <dgm:prSet/>
      <dgm:spPr/>
      <dgm:t>
        <a:bodyPr/>
        <a:lstStyle/>
        <a:p>
          <a:r>
            <a:rPr lang="en-US" dirty="0" err="1"/>
            <a:t>Wijs</a:t>
          </a:r>
          <a:r>
            <a:rPr lang="en-US" dirty="0"/>
            <a:t> op alle </a:t>
          </a:r>
          <a:r>
            <a:rPr lang="en-US" dirty="0" err="1"/>
            <a:t>niveau’s</a:t>
          </a:r>
          <a:r>
            <a:rPr lang="en-US" dirty="0"/>
            <a:t> </a:t>
          </a:r>
          <a:r>
            <a:rPr lang="en-US" dirty="0" err="1"/>
            <a:t>expliciet</a:t>
          </a:r>
          <a:r>
            <a:rPr lang="en-US" dirty="0"/>
            <a:t> taken </a:t>
          </a:r>
          <a:r>
            <a:rPr lang="en-US" dirty="0" err="1"/>
            <a:t>t.a.v</a:t>
          </a:r>
          <a:r>
            <a:rPr lang="en-US" dirty="0"/>
            <a:t>. WI toe</a:t>
          </a:r>
        </a:p>
      </dgm:t>
    </dgm:pt>
    <dgm:pt modelId="{8D2EDDBD-A6A1-47C3-BFF5-9AAC1A2BDDD8}" type="parTrans" cxnId="{D8C060B1-38B7-4991-91CC-8A65006C4802}">
      <dgm:prSet/>
      <dgm:spPr/>
      <dgm:t>
        <a:bodyPr/>
        <a:lstStyle/>
        <a:p>
          <a:endParaRPr lang="en-US"/>
        </a:p>
      </dgm:t>
    </dgm:pt>
    <dgm:pt modelId="{C2C24978-FD5B-4C33-9E2B-FD7BAF7ABE51}" type="sibTrans" cxnId="{D8C060B1-38B7-4991-91CC-8A65006C4802}">
      <dgm:prSet/>
      <dgm:spPr/>
      <dgm:t>
        <a:bodyPr/>
        <a:lstStyle/>
        <a:p>
          <a:endParaRPr lang="en-US"/>
        </a:p>
      </dgm:t>
    </dgm:pt>
    <dgm:pt modelId="{662F508D-E95F-40FB-9AFB-696DB0148D88}">
      <dgm:prSet/>
      <dgm:spPr/>
      <dgm:t>
        <a:bodyPr/>
        <a:lstStyle/>
        <a:p>
          <a:r>
            <a:rPr lang="en-US"/>
            <a:t>Openbaarmaking</a:t>
          </a:r>
        </a:p>
      </dgm:t>
    </dgm:pt>
    <dgm:pt modelId="{036E641F-81BD-4BC3-91F9-2893FDF1A5F7}" type="parTrans" cxnId="{C0945B1D-DBD0-4949-A0F1-8F480E267CFD}">
      <dgm:prSet/>
      <dgm:spPr/>
      <dgm:t>
        <a:bodyPr/>
        <a:lstStyle/>
        <a:p>
          <a:endParaRPr lang="en-US"/>
        </a:p>
      </dgm:t>
    </dgm:pt>
    <dgm:pt modelId="{2415A11A-9F6B-4F52-BAA2-25BD37196183}" type="sibTrans" cxnId="{C0945B1D-DBD0-4949-A0F1-8F480E267CFD}">
      <dgm:prSet/>
      <dgm:spPr/>
      <dgm:t>
        <a:bodyPr/>
        <a:lstStyle/>
        <a:p>
          <a:endParaRPr lang="en-US"/>
        </a:p>
      </dgm:t>
    </dgm:pt>
    <dgm:pt modelId="{553B1361-A968-4F53-B5EE-2F7BD9BD7DC3}">
      <dgm:prSet/>
      <dgm:spPr/>
      <dgm:t>
        <a:bodyPr/>
        <a:lstStyle/>
        <a:p>
          <a:r>
            <a:rPr lang="en-US"/>
            <a:t>Eerlijke afspraken met opdrachtgevers; zorgvuldig naar publiek</a:t>
          </a:r>
        </a:p>
      </dgm:t>
    </dgm:pt>
    <dgm:pt modelId="{E1B2B39F-C5E5-4F6D-9B54-293916AF9F1F}" type="parTrans" cxnId="{B613AFD4-BAF1-4954-81E7-69CD8DBAC9D2}">
      <dgm:prSet/>
      <dgm:spPr/>
      <dgm:t>
        <a:bodyPr/>
        <a:lstStyle/>
        <a:p>
          <a:endParaRPr lang="en-US"/>
        </a:p>
      </dgm:t>
    </dgm:pt>
    <dgm:pt modelId="{E4A92E2F-4C13-4C53-9D72-213B8F07DB4D}" type="sibTrans" cxnId="{B613AFD4-BAF1-4954-81E7-69CD8DBAC9D2}">
      <dgm:prSet/>
      <dgm:spPr/>
      <dgm:t>
        <a:bodyPr/>
        <a:lstStyle/>
        <a:p>
          <a:endParaRPr lang="en-US"/>
        </a:p>
      </dgm:t>
    </dgm:pt>
    <dgm:pt modelId="{51457704-183C-4543-BCBB-5E95A7DA8D11}">
      <dgm:prSet/>
      <dgm:spPr/>
      <dgm:t>
        <a:bodyPr/>
        <a:lstStyle/>
        <a:p>
          <a:r>
            <a:rPr lang="en-US"/>
            <a:t>Ethische normen</a:t>
          </a:r>
        </a:p>
      </dgm:t>
    </dgm:pt>
    <dgm:pt modelId="{2ED3D9C3-833C-4127-9471-2898EED86FB1}" type="parTrans" cxnId="{82E8D5BB-EDC5-4794-9F8D-7CDDA671EE79}">
      <dgm:prSet/>
      <dgm:spPr/>
      <dgm:t>
        <a:bodyPr/>
        <a:lstStyle/>
        <a:p>
          <a:endParaRPr lang="en-US"/>
        </a:p>
      </dgm:t>
    </dgm:pt>
    <dgm:pt modelId="{99F3C4F1-7DE2-4729-8923-84A0F031BC9A}" type="sibTrans" cxnId="{82E8D5BB-EDC5-4794-9F8D-7CDDA671EE79}">
      <dgm:prSet/>
      <dgm:spPr/>
      <dgm:t>
        <a:bodyPr/>
        <a:lstStyle/>
        <a:p>
          <a:endParaRPr lang="en-US"/>
        </a:p>
      </dgm:t>
    </dgm:pt>
    <dgm:pt modelId="{9622BD25-A3B5-476B-AB45-DFAFD3B5D8C8}">
      <dgm:prSet/>
      <dgm:spPr/>
      <dgm:t>
        <a:bodyPr/>
        <a:lstStyle/>
        <a:p>
          <a:r>
            <a:rPr lang="nl-NL"/>
            <a:t>(goed bereikbare) ECO, VPWI, CWI</a:t>
          </a:r>
          <a:endParaRPr lang="en-US"/>
        </a:p>
      </dgm:t>
    </dgm:pt>
    <dgm:pt modelId="{00E20F8B-495F-458C-806D-E2F57FF17CF7}" type="parTrans" cxnId="{ED8C1324-3F53-4F6A-8A2E-9CC6D9B0FEC1}">
      <dgm:prSet/>
      <dgm:spPr/>
      <dgm:t>
        <a:bodyPr/>
        <a:lstStyle/>
        <a:p>
          <a:endParaRPr lang="en-US"/>
        </a:p>
      </dgm:t>
    </dgm:pt>
    <dgm:pt modelId="{DC80B82D-C511-4996-9018-085CDB8E1E74}" type="sibTrans" cxnId="{ED8C1324-3F53-4F6A-8A2E-9CC6D9B0FEC1}">
      <dgm:prSet/>
      <dgm:spPr/>
      <dgm:t>
        <a:bodyPr/>
        <a:lstStyle/>
        <a:p>
          <a:endParaRPr lang="en-US"/>
        </a:p>
      </dgm:t>
    </dgm:pt>
    <dgm:pt modelId="{BF870EB9-AE32-4F19-AF62-5A3FB7CB6315}">
      <dgm:prSet/>
      <dgm:spPr/>
      <dgm:t>
        <a:bodyPr/>
        <a:lstStyle/>
        <a:p>
          <a:r>
            <a:rPr lang="en-US" dirty="0" err="1"/>
            <a:t>Atmosfeer</a:t>
          </a:r>
          <a:r>
            <a:rPr lang="en-US" dirty="0"/>
            <a:t> van ‘blame-free reporting’</a:t>
          </a:r>
        </a:p>
      </dgm:t>
    </dgm:pt>
    <dgm:pt modelId="{C7605DD9-6012-4201-8B3D-E7C636DD036A}" type="parTrans" cxnId="{4DBD8B36-FA28-4FC2-8B9C-8FEEA6B4075C}">
      <dgm:prSet/>
      <dgm:spPr/>
      <dgm:t>
        <a:bodyPr/>
        <a:lstStyle/>
        <a:p>
          <a:endParaRPr lang="nl-NL"/>
        </a:p>
      </dgm:t>
    </dgm:pt>
    <dgm:pt modelId="{513C775C-CD2C-441C-906B-5AB98F2C63D4}" type="sibTrans" cxnId="{4DBD8B36-FA28-4FC2-8B9C-8FEEA6B4075C}">
      <dgm:prSet/>
      <dgm:spPr/>
      <dgm:t>
        <a:bodyPr/>
        <a:lstStyle/>
        <a:p>
          <a:endParaRPr lang="nl-NL"/>
        </a:p>
      </dgm:t>
    </dgm:pt>
    <dgm:pt modelId="{4E158361-6750-4068-9EB8-7AE6D6D840BC}">
      <dgm:prSet/>
      <dgm:spPr/>
      <dgm:t>
        <a:bodyPr/>
        <a:lstStyle/>
        <a:p>
          <a:r>
            <a:rPr lang="en-US" dirty="0"/>
            <a:t>WI: </a:t>
          </a:r>
          <a:r>
            <a:rPr lang="en-US" dirty="0" err="1"/>
            <a:t>individuele</a:t>
          </a:r>
          <a:r>
            <a:rPr lang="en-US" dirty="0"/>
            <a:t> </a:t>
          </a:r>
          <a:r>
            <a:rPr lang="en-US" dirty="0" err="1"/>
            <a:t>plicht</a:t>
          </a:r>
          <a:r>
            <a:rPr lang="en-US" dirty="0"/>
            <a:t> &amp; </a:t>
          </a:r>
          <a:r>
            <a:rPr lang="en-US" dirty="0" err="1"/>
            <a:t>gemeenschappelijke</a:t>
          </a:r>
          <a:r>
            <a:rPr lang="en-US" dirty="0"/>
            <a:t> </a:t>
          </a:r>
          <a:r>
            <a:rPr lang="en-US" dirty="0" err="1"/>
            <a:t>taak</a:t>
          </a:r>
          <a:endParaRPr lang="en-US" dirty="0"/>
        </a:p>
      </dgm:t>
    </dgm:pt>
    <dgm:pt modelId="{703EEB3F-4C14-4FAB-8895-7927E7F2B470}" type="parTrans" cxnId="{FA5927D3-1DE2-445C-AF4C-B6F4A66FD667}">
      <dgm:prSet/>
      <dgm:spPr/>
      <dgm:t>
        <a:bodyPr/>
        <a:lstStyle/>
        <a:p>
          <a:endParaRPr lang="nl-NL"/>
        </a:p>
      </dgm:t>
    </dgm:pt>
    <dgm:pt modelId="{94CBA621-583E-4C45-9108-23DA04E8F2B7}" type="sibTrans" cxnId="{FA5927D3-1DE2-445C-AF4C-B6F4A66FD667}">
      <dgm:prSet/>
      <dgm:spPr/>
      <dgm:t>
        <a:bodyPr/>
        <a:lstStyle/>
        <a:p>
          <a:endParaRPr lang="nl-NL"/>
        </a:p>
      </dgm:t>
    </dgm:pt>
    <dgm:pt modelId="{C7E61C8B-B248-4067-835A-0544C26C1978}">
      <dgm:prSet/>
      <dgm:spPr/>
      <dgm:t>
        <a:bodyPr/>
        <a:lstStyle/>
        <a:p>
          <a:r>
            <a:rPr lang="en-US" dirty="0" err="1"/>
            <a:t>Leiders</a:t>
          </a:r>
          <a:r>
            <a:rPr lang="en-US" dirty="0"/>
            <a:t> </a:t>
          </a:r>
          <a:r>
            <a:rPr lang="en-US" dirty="0" err="1"/>
            <a:t>dienen</a:t>
          </a:r>
          <a:r>
            <a:rPr lang="en-US" dirty="0"/>
            <a:t> </a:t>
          </a:r>
          <a:r>
            <a:rPr lang="en-US" dirty="0" err="1"/>
            <a:t>standaarden</a:t>
          </a:r>
          <a:r>
            <a:rPr lang="en-US" dirty="0"/>
            <a:t> </a:t>
          </a:r>
          <a:r>
            <a:rPr lang="en-US" dirty="0" err="1"/>
            <a:t>actief</a:t>
          </a:r>
          <a:r>
            <a:rPr lang="en-US" dirty="0"/>
            <a:t> </a:t>
          </a:r>
          <a:r>
            <a:rPr lang="en-US" dirty="0" err="1"/>
            <a:t>uit</a:t>
          </a:r>
          <a:r>
            <a:rPr lang="en-US" dirty="0"/>
            <a:t> te </a:t>
          </a:r>
          <a:r>
            <a:rPr lang="en-US" dirty="0" err="1"/>
            <a:t>dragen</a:t>
          </a:r>
          <a:r>
            <a:rPr lang="en-US" dirty="0"/>
            <a:t> en training te </a:t>
          </a:r>
          <a:r>
            <a:rPr lang="en-US" dirty="0" err="1"/>
            <a:t>volgen</a:t>
          </a:r>
          <a:endParaRPr lang="en-US" dirty="0"/>
        </a:p>
      </dgm:t>
    </dgm:pt>
    <dgm:pt modelId="{7F77DD94-9355-4D9C-850F-A54A40CA2186}" type="parTrans" cxnId="{8FDDAE56-3BBA-4AD1-95AF-C8B735154958}">
      <dgm:prSet/>
      <dgm:spPr/>
      <dgm:t>
        <a:bodyPr/>
        <a:lstStyle/>
        <a:p>
          <a:endParaRPr lang="nl-NL"/>
        </a:p>
      </dgm:t>
    </dgm:pt>
    <dgm:pt modelId="{BF478F10-8F8C-4027-B302-9675BF884BBE}" type="sibTrans" cxnId="{8FDDAE56-3BBA-4AD1-95AF-C8B735154958}">
      <dgm:prSet/>
      <dgm:spPr/>
      <dgm:t>
        <a:bodyPr/>
        <a:lstStyle/>
        <a:p>
          <a:endParaRPr lang="nl-NL"/>
        </a:p>
      </dgm:t>
    </dgm:pt>
    <dgm:pt modelId="{067FA828-191D-44A8-95B0-AE57A1BB5F3F}">
      <dgm:prSet/>
      <dgm:spPr/>
      <dgm:t>
        <a:bodyPr/>
        <a:lstStyle/>
        <a:p>
          <a:r>
            <a:rPr lang="en-US" dirty="0" err="1"/>
            <a:t>Veranker</a:t>
          </a:r>
          <a:r>
            <a:rPr lang="en-US" dirty="0"/>
            <a:t> WI in </a:t>
          </a:r>
          <a:r>
            <a:rPr lang="en-US" dirty="0" err="1"/>
            <a:t>visie</a:t>
          </a:r>
          <a:r>
            <a:rPr lang="en-US" dirty="0"/>
            <a:t>, </a:t>
          </a:r>
          <a:r>
            <a:rPr lang="en-US" dirty="0" err="1"/>
            <a:t>beleid</a:t>
          </a:r>
          <a:r>
            <a:rPr lang="en-US" dirty="0"/>
            <a:t> en praktijk</a:t>
          </a:r>
        </a:p>
      </dgm:t>
    </dgm:pt>
    <dgm:pt modelId="{83356452-1EB2-4F67-85BA-FDF287F6A24B}" type="parTrans" cxnId="{6BA9DE1D-F980-4380-A8B9-9B4DD8A00144}">
      <dgm:prSet/>
      <dgm:spPr/>
      <dgm:t>
        <a:bodyPr/>
        <a:lstStyle/>
        <a:p>
          <a:endParaRPr lang="nl-NL"/>
        </a:p>
      </dgm:t>
    </dgm:pt>
    <dgm:pt modelId="{F9A2677E-6D97-42FD-8CEF-123CEE0554ED}" type="sibTrans" cxnId="{6BA9DE1D-F980-4380-A8B9-9B4DD8A00144}">
      <dgm:prSet/>
      <dgm:spPr/>
      <dgm:t>
        <a:bodyPr/>
        <a:lstStyle/>
        <a:p>
          <a:endParaRPr lang="nl-NL"/>
        </a:p>
      </dgm:t>
    </dgm:pt>
    <dgm:pt modelId="{2DFDEDE5-CB30-422E-8823-56C921309B3D}">
      <dgm:prSet/>
      <dgm:spPr/>
      <dgm:t>
        <a:bodyPr/>
        <a:lstStyle/>
        <a:p>
          <a:r>
            <a:rPr lang="en-US" dirty="0" err="1"/>
            <a:t>Bescherm</a:t>
          </a:r>
          <a:r>
            <a:rPr lang="en-US" dirty="0"/>
            <a:t> </a:t>
          </a:r>
          <a:r>
            <a:rPr lang="en-US" dirty="0" err="1"/>
            <a:t>tegen</a:t>
          </a:r>
          <a:r>
            <a:rPr lang="en-US" dirty="0"/>
            <a:t> </a:t>
          </a:r>
          <a:r>
            <a:rPr lang="en-US" dirty="0" err="1"/>
            <a:t>ongewenste</a:t>
          </a:r>
          <a:r>
            <a:rPr lang="en-US" dirty="0"/>
            <a:t> </a:t>
          </a:r>
          <a:r>
            <a:rPr lang="en-US" dirty="0" err="1"/>
            <a:t>inmenging</a:t>
          </a:r>
          <a:r>
            <a:rPr lang="en-US" dirty="0"/>
            <a:t>, van </a:t>
          </a:r>
          <a:r>
            <a:rPr lang="en-US" dirty="0" err="1"/>
            <a:t>binnen</a:t>
          </a:r>
          <a:r>
            <a:rPr lang="en-US" dirty="0"/>
            <a:t> en </a:t>
          </a:r>
          <a:r>
            <a:rPr lang="en-US" dirty="0" err="1"/>
            <a:t>buiten</a:t>
          </a:r>
          <a:r>
            <a:rPr lang="en-US" dirty="0"/>
            <a:t> HvA</a:t>
          </a:r>
        </a:p>
      </dgm:t>
    </dgm:pt>
    <dgm:pt modelId="{06B6CA57-8BE6-4C3D-A49B-3A9F0CED6875}" type="parTrans" cxnId="{40A1E286-F586-4477-A947-45C006FAC7E8}">
      <dgm:prSet/>
      <dgm:spPr/>
      <dgm:t>
        <a:bodyPr/>
        <a:lstStyle/>
        <a:p>
          <a:endParaRPr lang="nl-NL"/>
        </a:p>
      </dgm:t>
    </dgm:pt>
    <dgm:pt modelId="{92259953-F405-456F-A1C7-2B515241E2E9}" type="sibTrans" cxnId="{40A1E286-F586-4477-A947-45C006FAC7E8}">
      <dgm:prSet/>
      <dgm:spPr/>
      <dgm:t>
        <a:bodyPr/>
        <a:lstStyle/>
        <a:p>
          <a:endParaRPr lang="nl-NL"/>
        </a:p>
      </dgm:t>
    </dgm:pt>
    <dgm:pt modelId="{4CFE1089-D206-4A5B-850D-1427EA8A57A4}">
      <dgm:prSet/>
      <dgm:spPr/>
      <dgm:t>
        <a:bodyPr/>
        <a:lstStyle/>
        <a:p>
          <a:r>
            <a:rPr lang="en-US" dirty="0" err="1"/>
            <a:t>Alloceer</a:t>
          </a:r>
          <a:r>
            <a:rPr lang="en-US" dirty="0"/>
            <a:t> </a:t>
          </a:r>
          <a:r>
            <a:rPr lang="en-US" dirty="0" err="1"/>
            <a:t>tijd</a:t>
          </a:r>
          <a:r>
            <a:rPr lang="en-US" dirty="0"/>
            <a:t> voor die taken</a:t>
          </a:r>
        </a:p>
      </dgm:t>
    </dgm:pt>
    <dgm:pt modelId="{09016D77-9A38-4D48-B23F-9C5FC0EC862B}" type="parTrans" cxnId="{CB6C4827-B644-4B86-BC40-C715AF760A6B}">
      <dgm:prSet/>
      <dgm:spPr/>
      <dgm:t>
        <a:bodyPr/>
        <a:lstStyle/>
        <a:p>
          <a:endParaRPr lang="nl-NL"/>
        </a:p>
      </dgm:t>
    </dgm:pt>
    <dgm:pt modelId="{16FB4676-39E5-451C-913E-1BF5A8B40CFC}" type="sibTrans" cxnId="{CB6C4827-B644-4B86-BC40-C715AF760A6B}">
      <dgm:prSet/>
      <dgm:spPr/>
      <dgm:t>
        <a:bodyPr/>
        <a:lstStyle/>
        <a:p>
          <a:endParaRPr lang="nl-NL"/>
        </a:p>
      </dgm:t>
    </dgm:pt>
    <dgm:pt modelId="{E979F152-4A5E-47EF-BD17-621DE86B460F}">
      <dgm:prSet/>
      <dgm:spPr/>
      <dgm:t>
        <a:bodyPr/>
        <a:lstStyle/>
        <a:p>
          <a:r>
            <a:rPr lang="en-US" dirty="0"/>
            <a:t>Maak </a:t>
          </a:r>
          <a:r>
            <a:rPr lang="en-US" dirty="0" err="1"/>
            <a:t>risico-analyse</a:t>
          </a:r>
          <a:r>
            <a:rPr lang="en-US" dirty="0"/>
            <a:t> m.b.t. </a:t>
          </a:r>
          <a:r>
            <a:rPr lang="en-US" dirty="0" err="1"/>
            <a:t>processen</a:t>
          </a:r>
          <a:r>
            <a:rPr lang="en-US" dirty="0"/>
            <a:t> en </a:t>
          </a:r>
          <a:r>
            <a:rPr lang="en-US" dirty="0" err="1"/>
            <a:t>functies</a:t>
          </a:r>
          <a:endParaRPr lang="en-US" dirty="0"/>
        </a:p>
      </dgm:t>
    </dgm:pt>
    <dgm:pt modelId="{9F477941-412D-41C0-9E95-4AC12CCA5BD5}" type="parTrans" cxnId="{2B96A4D7-0378-42AC-BD81-64F3F48C9DAA}">
      <dgm:prSet/>
      <dgm:spPr/>
      <dgm:t>
        <a:bodyPr/>
        <a:lstStyle/>
        <a:p>
          <a:endParaRPr lang="nl-NL"/>
        </a:p>
      </dgm:t>
    </dgm:pt>
    <dgm:pt modelId="{95F68A1A-3DCC-477C-92D2-3DE0E5989175}" type="sibTrans" cxnId="{2B96A4D7-0378-42AC-BD81-64F3F48C9DAA}">
      <dgm:prSet/>
      <dgm:spPr/>
      <dgm:t>
        <a:bodyPr/>
        <a:lstStyle/>
        <a:p>
          <a:endParaRPr lang="nl-NL"/>
        </a:p>
      </dgm:t>
    </dgm:pt>
    <dgm:pt modelId="{77AA07C1-FA01-4F83-9EAF-23992537163D}">
      <dgm:prSet/>
      <dgm:spPr/>
      <dgm:t>
        <a:bodyPr/>
        <a:lstStyle/>
        <a:p>
          <a:r>
            <a:rPr lang="en-US" dirty="0"/>
            <a:t>Zorg voor </a:t>
          </a:r>
          <a:r>
            <a:rPr lang="en-US" dirty="0" err="1"/>
            <a:t>instructies</a:t>
          </a:r>
          <a:endParaRPr lang="en-US" dirty="0"/>
        </a:p>
      </dgm:t>
    </dgm:pt>
    <dgm:pt modelId="{41CD3157-ECB4-4B2B-8FBC-51A004195BA9}" type="parTrans" cxnId="{0DDC12FE-5ACA-4CA0-89A7-DB0614F9D2CE}">
      <dgm:prSet/>
      <dgm:spPr/>
      <dgm:t>
        <a:bodyPr/>
        <a:lstStyle/>
        <a:p>
          <a:endParaRPr lang="nl-NL"/>
        </a:p>
      </dgm:t>
    </dgm:pt>
    <dgm:pt modelId="{24A6A8C8-29D9-48A7-9B4B-AD8A78554372}" type="sibTrans" cxnId="{0DDC12FE-5ACA-4CA0-89A7-DB0614F9D2CE}">
      <dgm:prSet/>
      <dgm:spPr/>
      <dgm:t>
        <a:bodyPr/>
        <a:lstStyle/>
        <a:p>
          <a:endParaRPr lang="nl-NL"/>
        </a:p>
      </dgm:t>
    </dgm:pt>
    <dgm:pt modelId="{4981D792-07B7-437A-A1D4-DC772DCFE005}">
      <dgm:prSet/>
      <dgm:spPr/>
      <dgm:t>
        <a:bodyPr/>
        <a:lstStyle/>
        <a:p>
          <a:r>
            <a:rPr lang="en-US" dirty="0"/>
            <a:t>Maak </a:t>
          </a:r>
          <a:r>
            <a:rPr lang="en-US" dirty="0" err="1"/>
            <a:t>richtlijnen</a:t>
          </a:r>
          <a:r>
            <a:rPr lang="en-US" dirty="0"/>
            <a:t> </a:t>
          </a:r>
          <a:r>
            <a:rPr lang="en-US" dirty="0" err="1"/>
            <a:t>t.a.v</a:t>
          </a:r>
          <a:r>
            <a:rPr lang="en-US" dirty="0"/>
            <a:t>. het </a:t>
          </a:r>
          <a:r>
            <a:rPr lang="en-US" dirty="0" err="1"/>
            <a:t>gebruik</a:t>
          </a:r>
          <a:r>
            <a:rPr lang="en-US" dirty="0"/>
            <a:t> van A.I .en update die</a:t>
          </a:r>
        </a:p>
      </dgm:t>
    </dgm:pt>
    <dgm:pt modelId="{E0AAB428-80C5-42DB-BE0F-0365043B3B49}" type="parTrans" cxnId="{5300B564-BC0B-4B95-A81F-DB0120069F08}">
      <dgm:prSet/>
      <dgm:spPr/>
      <dgm:t>
        <a:bodyPr/>
        <a:lstStyle/>
        <a:p>
          <a:endParaRPr lang="nl-NL"/>
        </a:p>
      </dgm:t>
    </dgm:pt>
    <dgm:pt modelId="{F3623F8A-5898-46BE-8367-3C7A99C2232F}" type="sibTrans" cxnId="{5300B564-BC0B-4B95-A81F-DB0120069F08}">
      <dgm:prSet/>
      <dgm:spPr/>
      <dgm:t>
        <a:bodyPr/>
        <a:lstStyle/>
        <a:p>
          <a:endParaRPr lang="nl-NL"/>
        </a:p>
      </dgm:t>
    </dgm:pt>
    <dgm:pt modelId="{2C47B136-ED9A-413A-B076-C72451C2EA4F}" type="pres">
      <dgm:prSet presAssocID="{93DB2AF7-7E0A-4F71-975C-10C2C2DF61EC}" presName="linear" presStyleCnt="0">
        <dgm:presLayoutVars>
          <dgm:dir/>
          <dgm:animLvl val="lvl"/>
          <dgm:resizeHandles val="exact"/>
        </dgm:presLayoutVars>
      </dgm:prSet>
      <dgm:spPr/>
    </dgm:pt>
    <dgm:pt modelId="{6CCD0B17-A16C-4A8B-B5C9-818D63E740AE}" type="pres">
      <dgm:prSet presAssocID="{8743186D-561A-44BF-8F20-B3DA879AF524}" presName="parentLin" presStyleCnt="0"/>
      <dgm:spPr/>
    </dgm:pt>
    <dgm:pt modelId="{D362932F-8CD2-4EA1-A46F-518063C28838}" type="pres">
      <dgm:prSet presAssocID="{8743186D-561A-44BF-8F20-B3DA879AF524}" presName="parentLeftMargin" presStyleLbl="node1" presStyleIdx="0" presStyleCnt="5"/>
      <dgm:spPr/>
    </dgm:pt>
    <dgm:pt modelId="{1E9CBDFF-AF69-4C77-8559-6A0413BCE15B}" type="pres">
      <dgm:prSet presAssocID="{8743186D-561A-44BF-8F20-B3DA879AF52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ECEA227-B9B7-455E-9036-35EF08CB34AB}" type="pres">
      <dgm:prSet presAssocID="{8743186D-561A-44BF-8F20-B3DA879AF524}" presName="negativeSpace" presStyleCnt="0"/>
      <dgm:spPr/>
    </dgm:pt>
    <dgm:pt modelId="{7A5BEDE4-DABA-4071-821E-FB0DA57FB581}" type="pres">
      <dgm:prSet presAssocID="{8743186D-561A-44BF-8F20-B3DA879AF524}" presName="childText" presStyleLbl="conFgAcc1" presStyleIdx="0" presStyleCnt="5">
        <dgm:presLayoutVars>
          <dgm:bulletEnabled val="1"/>
        </dgm:presLayoutVars>
      </dgm:prSet>
      <dgm:spPr/>
    </dgm:pt>
    <dgm:pt modelId="{F1E89846-3D44-40C9-B7E8-326E7B47AA21}" type="pres">
      <dgm:prSet presAssocID="{37149919-9E9D-47CB-9F75-FA2E74D14AE6}" presName="spaceBetweenRectangles" presStyleCnt="0"/>
      <dgm:spPr/>
    </dgm:pt>
    <dgm:pt modelId="{0C5F2414-30A4-4005-AC1D-B6E1F623BDA5}" type="pres">
      <dgm:prSet presAssocID="{5C03D234-7A98-41EB-9DDD-2481D2926CCE}" presName="parentLin" presStyleCnt="0"/>
      <dgm:spPr/>
    </dgm:pt>
    <dgm:pt modelId="{D5A80948-AE07-4888-8DB2-65A2CB14F8B8}" type="pres">
      <dgm:prSet presAssocID="{5C03D234-7A98-41EB-9DDD-2481D2926CCE}" presName="parentLeftMargin" presStyleLbl="node1" presStyleIdx="0" presStyleCnt="5"/>
      <dgm:spPr/>
    </dgm:pt>
    <dgm:pt modelId="{120016CC-B355-459D-99B7-60DC39196F28}" type="pres">
      <dgm:prSet presAssocID="{5C03D234-7A98-41EB-9DDD-2481D2926CC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5CAA4A1-8344-45B0-87AC-4EABBC9B7D5C}" type="pres">
      <dgm:prSet presAssocID="{5C03D234-7A98-41EB-9DDD-2481D2926CCE}" presName="negativeSpace" presStyleCnt="0"/>
      <dgm:spPr/>
    </dgm:pt>
    <dgm:pt modelId="{229E53BE-E15D-4BCA-82DE-9B2FB2247F2C}" type="pres">
      <dgm:prSet presAssocID="{5C03D234-7A98-41EB-9DDD-2481D2926CCE}" presName="childText" presStyleLbl="conFgAcc1" presStyleIdx="1" presStyleCnt="5">
        <dgm:presLayoutVars>
          <dgm:bulletEnabled val="1"/>
        </dgm:presLayoutVars>
      </dgm:prSet>
      <dgm:spPr/>
    </dgm:pt>
    <dgm:pt modelId="{BCE05F8B-81CB-493B-9F03-F589415D793A}" type="pres">
      <dgm:prSet presAssocID="{D75B98FB-C563-4E9F-98F7-FC3CC222A8A3}" presName="spaceBetweenRectangles" presStyleCnt="0"/>
      <dgm:spPr/>
    </dgm:pt>
    <dgm:pt modelId="{0DBF7CFF-562F-4511-A2DB-684BC11ECC0C}" type="pres">
      <dgm:prSet presAssocID="{DAAC8964-A386-43AF-9332-E2B2683AB33E}" presName="parentLin" presStyleCnt="0"/>
      <dgm:spPr/>
    </dgm:pt>
    <dgm:pt modelId="{E897B252-9F5A-4ECC-B731-D383D6E4AF70}" type="pres">
      <dgm:prSet presAssocID="{DAAC8964-A386-43AF-9332-E2B2683AB33E}" presName="parentLeftMargin" presStyleLbl="node1" presStyleIdx="1" presStyleCnt="5"/>
      <dgm:spPr/>
    </dgm:pt>
    <dgm:pt modelId="{A48C9652-358B-4C43-BA62-E3BFEDD85B96}" type="pres">
      <dgm:prSet presAssocID="{DAAC8964-A386-43AF-9332-E2B2683AB33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B0A2F5F-0997-4670-86FC-0CCF7C40B526}" type="pres">
      <dgm:prSet presAssocID="{DAAC8964-A386-43AF-9332-E2B2683AB33E}" presName="negativeSpace" presStyleCnt="0"/>
      <dgm:spPr/>
    </dgm:pt>
    <dgm:pt modelId="{A8B5425D-7E7C-40ED-B11D-36B5A2FBD1FF}" type="pres">
      <dgm:prSet presAssocID="{DAAC8964-A386-43AF-9332-E2B2683AB33E}" presName="childText" presStyleLbl="conFgAcc1" presStyleIdx="2" presStyleCnt="5">
        <dgm:presLayoutVars>
          <dgm:bulletEnabled val="1"/>
        </dgm:presLayoutVars>
      </dgm:prSet>
      <dgm:spPr/>
    </dgm:pt>
    <dgm:pt modelId="{804FE8C9-A084-4FA7-A9BF-1B7486E1D543}" type="pres">
      <dgm:prSet presAssocID="{EAA6C66D-DCB3-4289-B0D4-EE64F3D71566}" presName="spaceBetweenRectangles" presStyleCnt="0"/>
      <dgm:spPr/>
    </dgm:pt>
    <dgm:pt modelId="{2309B481-E988-48CD-B795-DEF47A09B855}" type="pres">
      <dgm:prSet presAssocID="{662F508D-E95F-40FB-9AFB-696DB0148D88}" presName="parentLin" presStyleCnt="0"/>
      <dgm:spPr/>
    </dgm:pt>
    <dgm:pt modelId="{D028BD3E-2028-4A64-95BB-D0ADCD409F0F}" type="pres">
      <dgm:prSet presAssocID="{662F508D-E95F-40FB-9AFB-696DB0148D88}" presName="parentLeftMargin" presStyleLbl="node1" presStyleIdx="2" presStyleCnt="5"/>
      <dgm:spPr/>
    </dgm:pt>
    <dgm:pt modelId="{42FE8C2E-2952-458E-8F8F-8C3B0AAD6B3B}" type="pres">
      <dgm:prSet presAssocID="{662F508D-E95F-40FB-9AFB-696DB0148D8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AF70090-3D0C-4828-A214-C3D41527514B}" type="pres">
      <dgm:prSet presAssocID="{662F508D-E95F-40FB-9AFB-696DB0148D88}" presName="negativeSpace" presStyleCnt="0"/>
      <dgm:spPr/>
    </dgm:pt>
    <dgm:pt modelId="{3727E209-CEC2-4739-AA22-1EA1777DFEAD}" type="pres">
      <dgm:prSet presAssocID="{662F508D-E95F-40FB-9AFB-696DB0148D88}" presName="childText" presStyleLbl="conFgAcc1" presStyleIdx="3" presStyleCnt="5">
        <dgm:presLayoutVars>
          <dgm:bulletEnabled val="1"/>
        </dgm:presLayoutVars>
      </dgm:prSet>
      <dgm:spPr/>
    </dgm:pt>
    <dgm:pt modelId="{DAB41E26-AEAD-47E0-83D0-F440CDB44DB3}" type="pres">
      <dgm:prSet presAssocID="{2415A11A-9F6B-4F52-BAA2-25BD37196183}" presName="spaceBetweenRectangles" presStyleCnt="0"/>
      <dgm:spPr/>
    </dgm:pt>
    <dgm:pt modelId="{141A9230-222A-4EC8-A875-07CAC470646A}" type="pres">
      <dgm:prSet presAssocID="{51457704-183C-4543-BCBB-5E95A7DA8D11}" presName="parentLin" presStyleCnt="0"/>
      <dgm:spPr/>
    </dgm:pt>
    <dgm:pt modelId="{A0576742-7DEB-413D-A1CD-65103A87A173}" type="pres">
      <dgm:prSet presAssocID="{51457704-183C-4543-BCBB-5E95A7DA8D11}" presName="parentLeftMargin" presStyleLbl="node1" presStyleIdx="3" presStyleCnt="5"/>
      <dgm:spPr/>
    </dgm:pt>
    <dgm:pt modelId="{47DB497B-6B52-462C-AD85-51A190C7165C}" type="pres">
      <dgm:prSet presAssocID="{51457704-183C-4543-BCBB-5E95A7DA8D1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B884CB7-88F3-4F1B-BE8C-DE75B3F6D63B}" type="pres">
      <dgm:prSet presAssocID="{51457704-183C-4543-BCBB-5E95A7DA8D11}" presName="negativeSpace" presStyleCnt="0"/>
      <dgm:spPr/>
    </dgm:pt>
    <dgm:pt modelId="{BA644EB8-C86D-45B5-8BF4-AE1A63EE7955}" type="pres">
      <dgm:prSet presAssocID="{51457704-183C-4543-BCBB-5E95A7DA8D11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30B03812-54CB-43F6-9DB8-ADBDEF85FC1B}" type="presOf" srcId="{BF870EB9-AE32-4F19-AF62-5A3FB7CB6315}" destId="{7A5BEDE4-DABA-4071-821E-FB0DA57FB581}" srcOrd="0" destOrd="2" presId="urn:microsoft.com/office/officeart/2005/8/layout/list1"/>
    <dgm:cxn modelId="{69275916-17C3-4C79-BF8A-5CA6BA9E076D}" type="presOf" srcId="{5C03D234-7A98-41EB-9DDD-2481D2926CCE}" destId="{D5A80948-AE07-4888-8DB2-65A2CB14F8B8}" srcOrd="0" destOrd="0" presId="urn:microsoft.com/office/officeart/2005/8/layout/list1"/>
    <dgm:cxn modelId="{D9EB0418-A923-44C1-AF47-CB82A7DE5183}" type="presOf" srcId="{C7E61C8B-B248-4067-835A-0544C26C1978}" destId="{229E53BE-E15D-4BCA-82DE-9B2FB2247F2C}" srcOrd="0" destOrd="0" presId="urn:microsoft.com/office/officeart/2005/8/layout/list1"/>
    <dgm:cxn modelId="{C0945B1D-DBD0-4949-A0F1-8F480E267CFD}" srcId="{93DB2AF7-7E0A-4F71-975C-10C2C2DF61EC}" destId="{662F508D-E95F-40FB-9AFB-696DB0148D88}" srcOrd="3" destOrd="0" parTransId="{036E641F-81BD-4BC3-91F9-2893FDF1A5F7}" sibTransId="{2415A11A-9F6B-4F52-BAA2-25BD37196183}"/>
    <dgm:cxn modelId="{6BA9DE1D-F980-4380-A8B9-9B4DD8A00144}" srcId="{5C03D234-7A98-41EB-9DDD-2481D2926CCE}" destId="{067FA828-191D-44A8-95B0-AE57A1BB5F3F}" srcOrd="1" destOrd="0" parTransId="{83356452-1EB2-4F67-85BA-FDF287F6A24B}" sibTransId="{F9A2677E-6D97-42FD-8CEF-123CEE0554ED}"/>
    <dgm:cxn modelId="{ED8C1324-3F53-4F6A-8A2E-9CC6D9B0FEC1}" srcId="{51457704-183C-4543-BCBB-5E95A7DA8D11}" destId="{9622BD25-A3B5-476B-AB45-DFAFD3B5D8C8}" srcOrd="0" destOrd="0" parTransId="{00E20F8B-495F-458C-806D-E2F57FF17CF7}" sibTransId="{DC80B82D-C511-4996-9018-085CDB8E1E74}"/>
    <dgm:cxn modelId="{7EEB2C27-D6B9-4E6E-B9F3-5F37BDADE3E7}" type="presOf" srcId="{8743186D-561A-44BF-8F20-B3DA879AF524}" destId="{D362932F-8CD2-4EA1-A46F-518063C28838}" srcOrd="0" destOrd="0" presId="urn:microsoft.com/office/officeart/2005/8/layout/list1"/>
    <dgm:cxn modelId="{CB6C4827-B644-4B86-BC40-C715AF760A6B}" srcId="{DAAC8964-A386-43AF-9332-E2B2683AB33E}" destId="{4CFE1089-D206-4A5B-850D-1427EA8A57A4}" srcOrd="1" destOrd="0" parTransId="{09016D77-9A38-4D48-B23F-9C5FC0EC862B}" sibTransId="{16FB4676-39E5-451C-913E-1BF5A8B40CFC}"/>
    <dgm:cxn modelId="{4DBD8B36-FA28-4FC2-8B9C-8FEEA6B4075C}" srcId="{8743186D-561A-44BF-8F20-B3DA879AF524}" destId="{BF870EB9-AE32-4F19-AF62-5A3FB7CB6315}" srcOrd="2" destOrd="0" parTransId="{C7605DD9-6012-4201-8B3D-E7C636DD036A}" sibTransId="{513C775C-CD2C-441C-906B-5AB98F2C63D4}"/>
    <dgm:cxn modelId="{53FE343D-4324-49BE-8EC2-E4398F4D0B8F}" type="presOf" srcId="{DAAC8964-A386-43AF-9332-E2B2683AB33E}" destId="{A48C9652-358B-4C43-BA62-E3BFEDD85B96}" srcOrd="1" destOrd="0" presId="urn:microsoft.com/office/officeart/2005/8/layout/list1"/>
    <dgm:cxn modelId="{5300B564-BC0B-4B95-A81F-DB0120069F08}" srcId="{DAAC8964-A386-43AF-9332-E2B2683AB33E}" destId="{4981D792-07B7-437A-A1D4-DC772DCFE005}" srcOrd="4" destOrd="0" parTransId="{E0AAB428-80C5-42DB-BE0F-0365043B3B49}" sibTransId="{F3623F8A-5898-46BE-8367-3C7A99C2232F}"/>
    <dgm:cxn modelId="{9282324A-11AB-41CB-8576-1B27D00F7232}" srcId="{93DB2AF7-7E0A-4F71-975C-10C2C2DF61EC}" destId="{5C03D234-7A98-41EB-9DDD-2481D2926CCE}" srcOrd="1" destOrd="0" parTransId="{6243AD31-3450-4AF0-AB81-BF1E0C4F9615}" sibTransId="{D75B98FB-C563-4E9F-98F7-FC3CC222A8A3}"/>
    <dgm:cxn modelId="{395A286C-38C8-4436-9E07-641EAB628FD9}" srcId="{8743186D-561A-44BF-8F20-B3DA879AF524}" destId="{4CEA29C7-4383-4C46-81FD-F6A60426EFC4}" srcOrd="1" destOrd="0" parTransId="{172B19F2-F33F-4263-A8C8-86A828B349B7}" sibTransId="{26273EAD-1EAA-46CD-8902-4E2A2EACB182}"/>
    <dgm:cxn modelId="{65ADAF71-0ADA-46B6-8B44-1725731D2548}" type="presOf" srcId="{9622BD25-A3B5-476B-AB45-DFAFD3B5D8C8}" destId="{BA644EB8-C86D-45B5-8BF4-AE1A63EE7955}" srcOrd="0" destOrd="0" presId="urn:microsoft.com/office/officeart/2005/8/layout/list1"/>
    <dgm:cxn modelId="{8FDDAE56-3BBA-4AD1-95AF-C8B735154958}" srcId="{5C03D234-7A98-41EB-9DDD-2481D2926CCE}" destId="{C7E61C8B-B248-4067-835A-0544C26C1978}" srcOrd="0" destOrd="0" parTransId="{7F77DD94-9355-4D9C-850F-A54A40CA2186}" sibTransId="{BF478F10-8F8C-4027-B302-9675BF884BBE}"/>
    <dgm:cxn modelId="{C4DE9A57-37C8-49E3-B1CB-CB8388E2F0E7}" type="presOf" srcId="{067FA828-191D-44A8-95B0-AE57A1BB5F3F}" destId="{229E53BE-E15D-4BCA-82DE-9B2FB2247F2C}" srcOrd="0" destOrd="1" presId="urn:microsoft.com/office/officeart/2005/8/layout/list1"/>
    <dgm:cxn modelId="{0F359E5A-B942-4AA3-A483-C7292F5A7A9F}" type="presOf" srcId="{DAAC8964-A386-43AF-9332-E2B2683AB33E}" destId="{E897B252-9F5A-4ECC-B731-D383D6E4AF70}" srcOrd="0" destOrd="0" presId="urn:microsoft.com/office/officeart/2005/8/layout/list1"/>
    <dgm:cxn modelId="{47657083-0BBA-49B3-B4C3-3595B8C4EF37}" type="presOf" srcId="{662F508D-E95F-40FB-9AFB-696DB0148D88}" destId="{42FE8C2E-2952-458E-8F8F-8C3B0AAD6B3B}" srcOrd="1" destOrd="0" presId="urn:microsoft.com/office/officeart/2005/8/layout/list1"/>
    <dgm:cxn modelId="{40A1E286-F586-4477-A947-45C006FAC7E8}" srcId="{5C03D234-7A98-41EB-9DDD-2481D2926CCE}" destId="{2DFDEDE5-CB30-422E-8823-56C921309B3D}" srcOrd="2" destOrd="0" parTransId="{06B6CA57-8BE6-4C3D-A49B-3A9F0CED6875}" sibTransId="{92259953-F405-456F-A1C7-2B515241E2E9}"/>
    <dgm:cxn modelId="{FEAE0B8D-631E-476D-BEF0-43EA188BB064}" type="presOf" srcId="{4981D792-07B7-437A-A1D4-DC772DCFE005}" destId="{A8B5425D-7E7C-40ED-B11D-36B5A2FBD1FF}" srcOrd="0" destOrd="4" presId="urn:microsoft.com/office/officeart/2005/8/layout/list1"/>
    <dgm:cxn modelId="{B8E6588F-2DD8-475B-A14B-ED6B945FAF95}" type="presOf" srcId="{51457704-183C-4543-BCBB-5E95A7DA8D11}" destId="{A0576742-7DEB-413D-A1CD-65103A87A173}" srcOrd="0" destOrd="0" presId="urn:microsoft.com/office/officeart/2005/8/layout/list1"/>
    <dgm:cxn modelId="{E0FFBBA1-E02B-4E81-93E6-2A5A02246FA4}" type="presOf" srcId="{89E2F52C-E0B4-4665-BEB6-800EF471F0D6}" destId="{A8B5425D-7E7C-40ED-B11D-36B5A2FBD1FF}" srcOrd="0" destOrd="0" presId="urn:microsoft.com/office/officeart/2005/8/layout/list1"/>
    <dgm:cxn modelId="{29018AA8-DE7D-4E09-9E01-0862FD4E65A0}" type="presOf" srcId="{4E158361-6750-4068-9EB8-7AE6D6D840BC}" destId="{7A5BEDE4-DABA-4071-821E-FB0DA57FB581}" srcOrd="0" destOrd="0" presId="urn:microsoft.com/office/officeart/2005/8/layout/list1"/>
    <dgm:cxn modelId="{A19855B0-B485-4A1F-A1D7-19186859F58E}" type="presOf" srcId="{8743186D-561A-44BF-8F20-B3DA879AF524}" destId="{1E9CBDFF-AF69-4C77-8559-6A0413BCE15B}" srcOrd="1" destOrd="0" presId="urn:microsoft.com/office/officeart/2005/8/layout/list1"/>
    <dgm:cxn modelId="{D8C060B1-38B7-4991-91CC-8A65006C4802}" srcId="{DAAC8964-A386-43AF-9332-E2B2683AB33E}" destId="{89E2F52C-E0B4-4665-BEB6-800EF471F0D6}" srcOrd="0" destOrd="0" parTransId="{8D2EDDBD-A6A1-47C3-BFF5-9AAC1A2BDDD8}" sibTransId="{C2C24978-FD5B-4C33-9E2B-FD7BAF7ABE51}"/>
    <dgm:cxn modelId="{C70360B2-CD98-4468-A884-078C552FCB06}" type="presOf" srcId="{5C03D234-7A98-41EB-9DDD-2481D2926CCE}" destId="{120016CC-B355-459D-99B7-60DC39196F28}" srcOrd="1" destOrd="0" presId="urn:microsoft.com/office/officeart/2005/8/layout/list1"/>
    <dgm:cxn modelId="{BB10C5B2-227A-4BE5-B522-F584602462D8}" type="presOf" srcId="{2DFDEDE5-CB30-422E-8823-56C921309B3D}" destId="{229E53BE-E15D-4BCA-82DE-9B2FB2247F2C}" srcOrd="0" destOrd="2" presId="urn:microsoft.com/office/officeart/2005/8/layout/list1"/>
    <dgm:cxn modelId="{49F307B5-3A06-4541-A81B-215AF0ADFDE9}" srcId="{93DB2AF7-7E0A-4F71-975C-10C2C2DF61EC}" destId="{8743186D-561A-44BF-8F20-B3DA879AF524}" srcOrd="0" destOrd="0" parTransId="{3E252E8D-7725-437A-A20F-61FC242D3EB4}" sibTransId="{37149919-9E9D-47CB-9F75-FA2E74D14AE6}"/>
    <dgm:cxn modelId="{93BF85B5-ACD8-43B9-83BB-992182DEE23B}" type="presOf" srcId="{93DB2AF7-7E0A-4F71-975C-10C2C2DF61EC}" destId="{2C47B136-ED9A-413A-B076-C72451C2EA4F}" srcOrd="0" destOrd="0" presId="urn:microsoft.com/office/officeart/2005/8/layout/list1"/>
    <dgm:cxn modelId="{C680EEB6-1AA3-486C-B201-2E4DE9420174}" type="presOf" srcId="{51457704-183C-4543-BCBB-5E95A7DA8D11}" destId="{47DB497B-6B52-462C-AD85-51A190C7165C}" srcOrd="1" destOrd="0" presId="urn:microsoft.com/office/officeart/2005/8/layout/list1"/>
    <dgm:cxn modelId="{82E8D5BB-EDC5-4794-9F8D-7CDDA671EE79}" srcId="{93DB2AF7-7E0A-4F71-975C-10C2C2DF61EC}" destId="{51457704-183C-4543-BCBB-5E95A7DA8D11}" srcOrd="4" destOrd="0" parTransId="{2ED3D9C3-833C-4127-9471-2898EED86FB1}" sibTransId="{99F3C4F1-7DE2-4729-8923-84A0F031BC9A}"/>
    <dgm:cxn modelId="{756043CC-5FFD-4106-96A7-0A734A14017C}" type="presOf" srcId="{662F508D-E95F-40FB-9AFB-696DB0148D88}" destId="{D028BD3E-2028-4A64-95BB-D0ADCD409F0F}" srcOrd="0" destOrd="0" presId="urn:microsoft.com/office/officeart/2005/8/layout/list1"/>
    <dgm:cxn modelId="{E8775CCE-8CA8-4C6B-8DF4-5376A426E7D7}" type="presOf" srcId="{E979F152-4A5E-47EF-BD17-621DE86B460F}" destId="{A8B5425D-7E7C-40ED-B11D-36B5A2FBD1FF}" srcOrd="0" destOrd="2" presId="urn:microsoft.com/office/officeart/2005/8/layout/list1"/>
    <dgm:cxn modelId="{FA5927D3-1DE2-445C-AF4C-B6F4A66FD667}" srcId="{8743186D-561A-44BF-8F20-B3DA879AF524}" destId="{4E158361-6750-4068-9EB8-7AE6D6D840BC}" srcOrd="0" destOrd="0" parTransId="{703EEB3F-4C14-4FAB-8895-7927E7F2B470}" sibTransId="{94CBA621-583E-4C45-9108-23DA04E8F2B7}"/>
    <dgm:cxn modelId="{9C401AD4-840F-4F8D-8E84-753E59816F84}" type="presOf" srcId="{4CFE1089-D206-4A5B-850D-1427EA8A57A4}" destId="{A8B5425D-7E7C-40ED-B11D-36B5A2FBD1FF}" srcOrd="0" destOrd="1" presId="urn:microsoft.com/office/officeart/2005/8/layout/list1"/>
    <dgm:cxn modelId="{B613AFD4-BAF1-4954-81E7-69CD8DBAC9D2}" srcId="{662F508D-E95F-40FB-9AFB-696DB0148D88}" destId="{553B1361-A968-4F53-B5EE-2F7BD9BD7DC3}" srcOrd="0" destOrd="0" parTransId="{E1B2B39F-C5E5-4F6D-9B54-293916AF9F1F}" sibTransId="{E4A92E2F-4C13-4C53-9D72-213B8F07DB4D}"/>
    <dgm:cxn modelId="{2B96A4D7-0378-42AC-BD81-64F3F48C9DAA}" srcId="{DAAC8964-A386-43AF-9332-E2B2683AB33E}" destId="{E979F152-4A5E-47EF-BD17-621DE86B460F}" srcOrd="2" destOrd="0" parTransId="{9F477941-412D-41C0-9E95-4AC12CCA5BD5}" sibTransId="{95F68A1A-3DCC-477C-92D2-3DE0E5989175}"/>
    <dgm:cxn modelId="{0BD1DADA-F8BB-4252-AC44-20C9D89CF3A8}" srcId="{93DB2AF7-7E0A-4F71-975C-10C2C2DF61EC}" destId="{DAAC8964-A386-43AF-9332-E2B2683AB33E}" srcOrd="2" destOrd="0" parTransId="{96747630-AA80-4392-A215-846C05A0B753}" sibTransId="{EAA6C66D-DCB3-4289-B0D4-EE64F3D71566}"/>
    <dgm:cxn modelId="{52CD9BF6-473D-4871-AFE8-F59688FDB1FE}" type="presOf" srcId="{553B1361-A968-4F53-B5EE-2F7BD9BD7DC3}" destId="{3727E209-CEC2-4739-AA22-1EA1777DFEAD}" srcOrd="0" destOrd="0" presId="urn:microsoft.com/office/officeart/2005/8/layout/list1"/>
    <dgm:cxn modelId="{3D52FAF6-5124-4667-9ACF-9D7C695F15C9}" type="presOf" srcId="{77AA07C1-FA01-4F83-9EAF-23992537163D}" destId="{A8B5425D-7E7C-40ED-B11D-36B5A2FBD1FF}" srcOrd="0" destOrd="3" presId="urn:microsoft.com/office/officeart/2005/8/layout/list1"/>
    <dgm:cxn modelId="{0DDC12FE-5ACA-4CA0-89A7-DB0614F9D2CE}" srcId="{DAAC8964-A386-43AF-9332-E2B2683AB33E}" destId="{77AA07C1-FA01-4F83-9EAF-23992537163D}" srcOrd="3" destOrd="0" parTransId="{41CD3157-ECB4-4B2B-8FBC-51A004195BA9}" sibTransId="{24A6A8C8-29D9-48A7-9B4B-AD8A78554372}"/>
    <dgm:cxn modelId="{00C469FF-3921-4729-81FC-957E4CC350E0}" type="presOf" srcId="{4CEA29C7-4383-4C46-81FD-F6A60426EFC4}" destId="{7A5BEDE4-DABA-4071-821E-FB0DA57FB581}" srcOrd="0" destOrd="1" presId="urn:microsoft.com/office/officeart/2005/8/layout/list1"/>
    <dgm:cxn modelId="{2006565E-2429-43FD-AFA3-F370CD0FF871}" type="presParOf" srcId="{2C47B136-ED9A-413A-B076-C72451C2EA4F}" destId="{6CCD0B17-A16C-4A8B-B5C9-818D63E740AE}" srcOrd="0" destOrd="0" presId="urn:microsoft.com/office/officeart/2005/8/layout/list1"/>
    <dgm:cxn modelId="{C03D607A-0EC4-43A5-9298-E3FB91229F06}" type="presParOf" srcId="{6CCD0B17-A16C-4A8B-B5C9-818D63E740AE}" destId="{D362932F-8CD2-4EA1-A46F-518063C28838}" srcOrd="0" destOrd="0" presId="urn:microsoft.com/office/officeart/2005/8/layout/list1"/>
    <dgm:cxn modelId="{9E4A6FDB-4643-40A3-AE88-70199358F133}" type="presParOf" srcId="{6CCD0B17-A16C-4A8B-B5C9-818D63E740AE}" destId="{1E9CBDFF-AF69-4C77-8559-6A0413BCE15B}" srcOrd="1" destOrd="0" presId="urn:microsoft.com/office/officeart/2005/8/layout/list1"/>
    <dgm:cxn modelId="{CED3F928-6115-444F-8968-154CE6852BED}" type="presParOf" srcId="{2C47B136-ED9A-413A-B076-C72451C2EA4F}" destId="{7ECEA227-B9B7-455E-9036-35EF08CB34AB}" srcOrd="1" destOrd="0" presId="urn:microsoft.com/office/officeart/2005/8/layout/list1"/>
    <dgm:cxn modelId="{E60B07CE-626A-49FF-BCCF-EA860A4C6160}" type="presParOf" srcId="{2C47B136-ED9A-413A-B076-C72451C2EA4F}" destId="{7A5BEDE4-DABA-4071-821E-FB0DA57FB581}" srcOrd="2" destOrd="0" presId="urn:microsoft.com/office/officeart/2005/8/layout/list1"/>
    <dgm:cxn modelId="{C3C73AB9-C241-49C4-8268-962BABE34999}" type="presParOf" srcId="{2C47B136-ED9A-413A-B076-C72451C2EA4F}" destId="{F1E89846-3D44-40C9-B7E8-326E7B47AA21}" srcOrd="3" destOrd="0" presId="urn:microsoft.com/office/officeart/2005/8/layout/list1"/>
    <dgm:cxn modelId="{F47B25E0-57BF-47E9-AA12-3CCE64380A5C}" type="presParOf" srcId="{2C47B136-ED9A-413A-B076-C72451C2EA4F}" destId="{0C5F2414-30A4-4005-AC1D-B6E1F623BDA5}" srcOrd="4" destOrd="0" presId="urn:microsoft.com/office/officeart/2005/8/layout/list1"/>
    <dgm:cxn modelId="{771FB409-D495-4664-9BAB-6C6149BDE00E}" type="presParOf" srcId="{0C5F2414-30A4-4005-AC1D-B6E1F623BDA5}" destId="{D5A80948-AE07-4888-8DB2-65A2CB14F8B8}" srcOrd="0" destOrd="0" presId="urn:microsoft.com/office/officeart/2005/8/layout/list1"/>
    <dgm:cxn modelId="{947E9652-904E-4043-9A6D-DBF130DCAEBB}" type="presParOf" srcId="{0C5F2414-30A4-4005-AC1D-B6E1F623BDA5}" destId="{120016CC-B355-459D-99B7-60DC39196F28}" srcOrd="1" destOrd="0" presId="urn:microsoft.com/office/officeart/2005/8/layout/list1"/>
    <dgm:cxn modelId="{447BC4A4-B2C5-472A-A169-8CE535DA66A6}" type="presParOf" srcId="{2C47B136-ED9A-413A-B076-C72451C2EA4F}" destId="{B5CAA4A1-8344-45B0-87AC-4EABBC9B7D5C}" srcOrd="5" destOrd="0" presId="urn:microsoft.com/office/officeart/2005/8/layout/list1"/>
    <dgm:cxn modelId="{01CC435D-36F3-492D-B3A3-C2D2F053193D}" type="presParOf" srcId="{2C47B136-ED9A-413A-B076-C72451C2EA4F}" destId="{229E53BE-E15D-4BCA-82DE-9B2FB2247F2C}" srcOrd="6" destOrd="0" presId="urn:microsoft.com/office/officeart/2005/8/layout/list1"/>
    <dgm:cxn modelId="{20592FF7-6087-4AAA-AB5C-C221A71118B8}" type="presParOf" srcId="{2C47B136-ED9A-413A-B076-C72451C2EA4F}" destId="{BCE05F8B-81CB-493B-9F03-F589415D793A}" srcOrd="7" destOrd="0" presId="urn:microsoft.com/office/officeart/2005/8/layout/list1"/>
    <dgm:cxn modelId="{AF9D3EC7-A2DF-4F96-A344-C1286271079A}" type="presParOf" srcId="{2C47B136-ED9A-413A-B076-C72451C2EA4F}" destId="{0DBF7CFF-562F-4511-A2DB-684BC11ECC0C}" srcOrd="8" destOrd="0" presId="urn:microsoft.com/office/officeart/2005/8/layout/list1"/>
    <dgm:cxn modelId="{45EFE732-2D27-4CF0-9140-4AB9CB2737C4}" type="presParOf" srcId="{0DBF7CFF-562F-4511-A2DB-684BC11ECC0C}" destId="{E897B252-9F5A-4ECC-B731-D383D6E4AF70}" srcOrd="0" destOrd="0" presId="urn:microsoft.com/office/officeart/2005/8/layout/list1"/>
    <dgm:cxn modelId="{B3E6B451-495B-4605-A1FC-4A4576D240B9}" type="presParOf" srcId="{0DBF7CFF-562F-4511-A2DB-684BC11ECC0C}" destId="{A48C9652-358B-4C43-BA62-E3BFEDD85B96}" srcOrd="1" destOrd="0" presId="urn:microsoft.com/office/officeart/2005/8/layout/list1"/>
    <dgm:cxn modelId="{1B27EAC4-BDC4-4C59-B389-AC389B312002}" type="presParOf" srcId="{2C47B136-ED9A-413A-B076-C72451C2EA4F}" destId="{EB0A2F5F-0997-4670-86FC-0CCF7C40B526}" srcOrd="9" destOrd="0" presId="urn:microsoft.com/office/officeart/2005/8/layout/list1"/>
    <dgm:cxn modelId="{F5860127-4985-4F11-8DFD-9B36FB8B5F99}" type="presParOf" srcId="{2C47B136-ED9A-413A-B076-C72451C2EA4F}" destId="{A8B5425D-7E7C-40ED-B11D-36B5A2FBD1FF}" srcOrd="10" destOrd="0" presId="urn:microsoft.com/office/officeart/2005/8/layout/list1"/>
    <dgm:cxn modelId="{04E666EE-5DAD-48D0-9A2E-C330559102AB}" type="presParOf" srcId="{2C47B136-ED9A-413A-B076-C72451C2EA4F}" destId="{804FE8C9-A084-4FA7-A9BF-1B7486E1D543}" srcOrd="11" destOrd="0" presId="urn:microsoft.com/office/officeart/2005/8/layout/list1"/>
    <dgm:cxn modelId="{FE093C3B-64F3-4545-BB1B-FB905B401D4E}" type="presParOf" srcId="{2C47B136-ED9A-413A-B076-C72451C2EA4F}" destId="{2309B481-E988-48CD-B795-DEF47A09B855}" srcOrd="12" destOrd="0" presId="urn:microsoft.com/office/officeart/2005/8/layout/list1"/>
    <dgm:cxn modelId="{5FBD5226-B134-40B7-92ED-DCFB131CC580}" type="presParOf" srcId="{2309B481-E988-48CD-B795-DEF47A09B855}" destId="{D028BD3E-2028-4A64-95BB-D0ADCD409F0F}" srcOrd="0" destOrd="0" presId="urn:microsoft.com/office/officeart/2005/8/layout/list1"/>
    <dgm:cxn modelId="{030FF2CB-0D34-499A-ADFB-27F21EEBDE27}" type="presParOf" srcId="{2309B481-E988-48CD-B795-DEF47A09B855}" destId="{42FE8C2E-2952-458E-8F8F-8C3B0AAD6B3B}" srcOrd="1" destOrd="0" presId="urn:microsoft.com/office/officeart/2005/8/layout/list1"/>
    <dgm:cxn modelId="{E4AA0D69-F6ED-4345-B66F-F82046B130B9}" type="presParOf" srcId="{2C47B136-ED9A-413A-B076-C72451C2EA4F}" destId="{4AF70090-3D0C-4828-A214-C3D41527514B}" srcOrd="13" destOrd="0" presId="urn:microsoft.com/office/officeart/2005/8/layout/list1"/>
    <dgm:cxn modelId="{096C80B2-B111-4C86-BE4C-300E980F17FF}" type="presParOf" srcId="{2C47B136-ED9A-413A-B076-C72451C2EA4F}" destId="{3727E209-CEC2-4739-AA22-1EA1777DFEAD}" srcOrd="14" destOrd="0" presId="urn:microsoft.com/office/officeart/2005/8/layout/list1"/>
    <dgm:cxn modelId="{1248A819-843F-41BB-B099-5DF22A9E48DB}" type="presParOf" srcId="{2C47B136-ED9A-413A-B076-C72451C2EA4F}" destId="{DAB41E26-AEAD-47E0-83D0-F440CDB44DB3}" srcOrd="15" destOrd="0" presId="urn:microsoft.com/office/officeart/2005/8/layout/list1"/>
    <dgm:cxn modelId="{1A11A063-F07A-463D-979D-5F6FCBD574D8}" type="presParOf" srcId="{2C47B136-ED9A-413A-B076-C72451C2EA4F}" destId="{141A9230-222A-4EC8-A875-07CAC470646A}" srcOrd="16" destOrd="0" presId="urn:microsoft.com/office/officeart/2005/8/layout/list1"/>
    <dgm:cxn modelId="{E738EF23-6273-4A08-BE51-5B672BB0A9BB}" type="presParOf" srcId="{141A9230-222A-4EC8-A875-07CAC470646A}" destId="{A0576742-7DEB-413D-A1CD-65103A87A173}" srcOrd="0" destOrd="0" presId="urn:microsoft.com/office/officeart/2005/8/layout/list1"/>
    <dgm:cxn modelId="{79990733-235C-47DD-BF09-BDA42D4ABCC3}" type="presParOf" srcId="{141A9230-222A-4EC8-A875-07CAC470646A}" destId="{47DB497B-6B52-462C-AD85-51A190C7165C}" srcOrd="1" destOrd="0" presId="urn:microsoft.com/office/officeart/2005/8/layout/list1"/>
    <dgm:cxn modelId="{E31CBC91-EE97-4191-8A40-479638F9F258}" type="presParOf" srcId="{2C47B136-ED9A-413A-B076-C72451C2EA4F}" destId="{9B884CB7-88F3-4F1B-BE8C-DE75B3F6D63B}" srcOrd="17" destOrd="0" presId="urn:microsoft.com/office/officeart/2005/8/layout/list1"/>
    <dgm:cxn modelId="{0A74709D-123D-46B1-A4F6-0CE39F95ABC8}" type="presParOf" srcId="{2C47B136-ED9A-413A-B076-C72451C2EA4F}" destId="{BA644EB8-C86D-45B5-8BF4-AE1A63EE795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7EBF274-70EF-429B-B31E-016F98E3D694}" type="doc">
      <dgm:prSet loTypeId="urn:microsoft.com/office/officeart/2008/layout/LinedList" loCatId="list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E2A9B39-1F0B-4D1F-B30E-D71180823288}">
      <dgm:prSet/>
      <dgm:spPr/>
      <dgm:t>
        <a:bodyPr/>
        <a:lstStyle/>
        <a:p>
          <a:r>
            <a:rPr lang="en-US" dirty="0"/>
            <a:t>1. </a:t>
          </a:r>
          <a:r>
            <a:rPr lang="en-US" dirty="0" err="1"/>
            <a:t>Leiders</a:t>
          </a:r>
          <a:r>
            <a:rPr lang="en-US" dirty="0"/>
            <a:t> </a:t>
          </a:r>
          <a:r>
            <a:rPr lang="en-US" dirty="0" err="1"/>
            <a:t>krijgen</a:t>
          </a:r>
          <a:r>
            <a:rPr lang="en-US" dirty="0"/>
            <a:t> </a:t>
          </a:r>
          <a:r>
            <a:rPr lang="en-US" dirty="0" err="1"/>
            <a:t>meer</a:t>
          </a:r>
          <a:r>
            <a:rPr lang="en-US" dirty="0"/>
            <a:t> </a:t>
          </a:r>
          <a:r>
            <a:rPr lang="en-US" dirty="0" err="1"/>
            <a:t>verantwoordelijkheid</a:t>
          </a:r>
          <a:r>
            <a:rPr lang="en-US" dirty="0"/>
            <a:t> (</a:t>
          </a:r>
          <a:r>
            <a:rPr lang="en-US" dirty="0" err="1"/>
            <a:t>actief</a:t>
          </a:r>
          <a:r>
            <a:rPr lang="en-US" dirty="0"/>
            <a:t> </a:t>
          </a:r>
          <a:r>
            <a:rPr lang="en-US" dirty="0" err="1"/>
            <a:t>uitdragen</a:t>
          </a:r>
          <a:r>
            <a:rPr lang="en-US" dirty="0"/>
            <a:t>) (4.3.1.1)</a:t>
          </a:r>
        </a:p>
      </dgm:t>
    </dgm:pt>
    <dgm:pt modelId="{C4F7E54D-9C86-4F84-93F2-2E5969CEF651}" type="parTrans" cxnId="{8F553AA7-72EC-484D-B743-737530DE2B58}">
      <dgm:prSet/>
      <dgm:spPr/>
      <dgm:t>
        <a:bodyPr/>
        <a:lstStyle/>
        <a:p>
          <a:endParaRPr lang="en-US"/>
        </a:p>
      </dgm:t>
    </dgm:pt>
    <dgm:pt modelId="{945512E5-3BDE-44CC-ADF5-1143BFE13C70}" type="sibTrans" cxnId="{8F553AA7-72EC-484D-B743-737530DE2B58}">
      <dgm:prSet/>
      <dgm:spPr/>
      <dgm:t>
        <a:bodyPr/>
        <a:lstStyle/>
        <a:p>
          <a:endParaRPr lang="en-US"/>
        </a:p>
      </dgm:t>
    </dgm:pt>
    <dgm:pt modelId="{474C653F-78E8-49A9-990C-F0D82CC329E5}">
      <dgm:prSet/>
      <dgm:spPr/>
      <dgm:t>
        <a:bodyPr/>
        <a:lstStyle/>
        <a:p>
          <a:r>
            <a:rPr lang="en-US" dirty="0"/>
            <a:t>2. </a:t>
          </a:r>
          <a:r>
            <a:rPr lang="en-US" dirty="0" err="1"/>
            <a:t>Expliciteer</a:t>
          </a:r>
          <a:r>
            <a:rPr lang="en-US" dirty="0"/>
            <a:t> </a:t>
          </a:r>
          <a:r>
            <a:rPr lang="en-US" dirty="0" err="1"/>
            <a:t>verantwoordelijkheden</a:t>
          </a:r>
          <a:r>
            <a:rPr lang="en-US" dirty="0"/>
            <a:t> en </a:t>
          </a:r>
          <a:r>
            <a:rPr lang="en-US" dirty="0" err="1"/>
            <a:t>tijd</a:t>
          </a:r>
          <a:r>
            <a:rPr lang="en-US" dirty="0"/>
            <a:t> op alle </a:t>
          </a:r>
          <a:r>
            <a:rPr lang="en-US" dirty="0" err="1"/>
            <a:t>niveau’s</a:t>
          </a:r>
          <a:r>
            <a:rPr lang="en-US" dirty="0"/>
            <a:t> (4.3.2.4/5)</a:t>
          </a:r>
        </a:p>
      </dgm:t>
    </dgm:pt>
    <dgm:pt modelId="{52968FFD-2D22-43C6-A913-871C077CC0AC}" type="parTrans" cxnId="{5ECE24E7-18E5-4607-B9AD-1ED82A3BD96A}">
      <dgm:prSet/>
      <dgm:spPr/>
      <dgm:t>
        <a:bodyPr/>
        <a:lstStyle/>
        <a:p>
          <a:endParaRPr lang="en-US"/>
        </a:p>
      </dgm:t>
    </dgm:pt>
    <dgm:pt modelId="{E56D208C-1D69-420F-81E8-86F828AF9C70}" type="sibTrans" cxnId="{5ECE24E7-18E5-4607-B9AD-1ED82A3BD96A}">
      <dgm:prSet/>
      <dgm:spPr/>
      <dgm:t>
        <a:bodyPr/>
        <a:lstStyle/>
        <a:p>
          <a:endParaRPr lang="en-US"/>
        </a:p>
      </dgm:t>
    </dgm:pt>
    <dgm:pt modelId="{F98D68E9-5C5C-422B-8772-DF03048FDCA1}">
      <dgm:prSet/>
      <dgm:spPr/>
      <dgm:t>
        <a:bodyPr/>
        <a:lstStyle/>
        <a:p>
          <a:r>
            <a:rPr lang="en-US" dirty="0"/>
            <a:t>3. Maak </a:t>
          </a:r>
          <a:r>
            <a:rPr lang="en-US" dirty="0" err="1"/>
            <a:t>richtlijnen</a:t>
          </a:r>
          <a:r>
            <a:rPr lang="en-US" dirty="0"/>
            <a:t> voor A.I.-</a:t>
          </a:r>
          <a:r>
            <a:rPr lang="en-US" dirty="0" err="1"/>
            <a:t>gebruik</a:t>
          </a:r>
          <a:r>
            <a:rPr lang="en-US" dirty="0"/>
            <a:t> (4.3.2.9)</a:t>
          </a:r>
        </a:p>
      </dgm:t>
    </dgm:pt>
    <dgm:pt modelId="{EF62DCF0-128C-4996-B075-57CA88D23764}" type="parTrans" cxnId="{D0C5C77A-EB9F-4257-9D5B-91FD1FBC7FB6}">
      <dgm:prSet/>
      <dgm:spPr/>
      <dgm:t>
        <a:bodyPr/>
        <a:lstStyle/>
        <a:p>
          <a:endParaRPr lang="en-US"/>
        </a:p>
      </dgm:t>
    </dgm:pt>
    <dgm:pt modelId="{2D1932F7-E925-4CE4-9171-962C0F6238C9}" type="sibTrans" cxnId="{D0C5C77A-EB9F-4257-9D5B-91FD1FBC7FB6}">
      <dgm:prSet/>
      <dgm:spPr/>
      <dgm:t>
        <a:bodyPr/>
        <a:lstStyle/>
        <a:p>
          <a:endParaRPr lang="en-US"/>
        </a:p>
      </dgm:t>
    </dgm:pt>
    <dgm:pt modelId="{B714260F-CABF-4378-BF86-0D0FBA6AFD79}">
      <dgm:prSet/>
      <dgm:spPr/>
      <dgm:t>
        <a:bodyPr/>
        <a:lstStyle/>
        <a:p>
          <a:r>
            <a:rPr lang="en-US" dirty="0"/>
            <a:t>4. Maak </a:t>
          </a:r>
          <a:r>
            <a:rPr lang="en-US" dirty="0" err="1"/>
            <a:t>nevenfuncties</a:t>
          </a:r>
          <a:r>
            <a:rPr lang="en-US" dirty="0"/>
            <a:t> en </a:t>
          </a:r>
          <a:r>
            <a:rPr lang="en-US" dirty="0" err="1"/>
            <a:t>leerstoelfinanciering</a:t>
          </a:r>
          <a:r>
            <a:rPr lang="en-US" dirty="0"/>
            <a:t> </a:t>
          </a:r>
          <a:r>
            <a:rPr lang="en-US" dirty="0" err="1"/>
            <a:t>openbaar</a:t>
          </a:r>
          <a:r>
            <a:rPr lang="en-US" dirty="0"/>
            <a:t> (4.3.2.13/14)</a:t>
          </a:r>
        </a:p>
      </dgm:t>
    </dgm:pt>
    <dgm:pt modelId="{D117EA69-B94D-42D9-8808-235771C4721E}" type="parTrans" cxnId="{6613C3B3-2ABD-4F25-9158-27B4A62D8CE6}">
      <dgm:prSet/>
      <dgm:spPr/>
      <dgm:t>
        <a:bodyPr/>
        <a:lstStyle/>
        <a:p>
          <a:endParaRPr lang="en-US"/>
        </a:p>
      </dgm:t>
    </dgm:pt>
    <dgm:pt modelId="{A92D18C9-ED4D-4525-8784-1B2C39B0862C}" type="sibTrans" cxnId="{6613C3B3-2ABD-4F25-9158-27B4A62D8CE6}">
      <dgm:prSet/>
      <dgm:spPr/>
      <dgm:t>
        <a:bodyPr/>
        <a:lstStyle/>
        <a:p>
          <a:endParaRPr lang="en-US"/>
        </a:p>
      </dgm:t>
    </dgm:pt>
    <dgm:pt modelId="{974D5B9A-4124-4A4F-9E3A-4218F098CBDF}">
      <dgm:prSet/>
      <dgm:spPr/>
      <dgm:t>
        <a:bodyPr/>
        <a:lstStyle/>
        <a:p>
          <a:r>
            <a:rPr lang="en-US" dirty="0"/>
            <a:t>5. Maak </a:t>
          </a:r>
          <a:r>
            <a:rPr lang="en-US" dirty="0" err="1"/>
            <a:t>afspraken</a:t>
          </a:r>
          <a:r>
            <a:rPr lang="en-US" dirty="0"/>
            <a:t> over </a:t>
          </a:r>
          <a:r>
            <a:rPr lang="en-US" dirty="0" err="1"/>
            <a:t>terugtrekken</a:t>
          </a:r>
          <a:r>
            <a:rPr lang="en-US" dirty="0"/>
            <a:t> van </a:t>
          </a:r>
          <a:r>
            <a:rPr lang="en-US" dirty="0" err="1"/>
            <a:t>publicaties</a:t>
          </a:r>
          <a:r>
            <a:rPr lang="en-US" dirty="0"/>
            <a:t> (4.3.2.18)</a:t>
          </a:r>
        </a:p>
      </dgm:t>
    </dgm:pt>
    <dgm:pt modelId="{42FBC9E9-D1FC-4D67-A408-EDCC95DE9A37}" type="parTrans" cxnId="{B9BB0C15-4D52-4F22-875E-6E41F32EBC2E}">
      <dgm:prSet/>
      <dgm:spPr/>
      <dgm:t>
        <a:bodyPr/>
        <a:lstStyle/>
        <a:p>
          <a:endParaRPr lang="en-US"/>
        </a:p>
      </dgm:t>
    </dgm:pt>
    <dgm:pt modelId="{5E8BBB2E-7D0A-49DD-887C-81E9869DE575}" type="sibTrans" cxnId="{B9BB0C15-4D52-4F22-875E-6E41F32EBC2E}">
      <dgm:prSet/>
      <dgm:spPr/>
      <dgm:t>
        <a:bodyPr/>
        <a:lstStyle/>
        <a:p>
          <a:endParaRPr lang="en-US"/>
        </a:p>
      </dgm:t>
    </dgm:pt>
    <dgm:pt modelId="{E4B59B69-F410-4B96-A235-C62D8C581388}">
      <dgm:prSet/>
      <dgm:spPr/>
      <dgm:t>
        <a:bodyPr/>
        <a:lstStyle/>
        <a:p>
          <a:r>
            <a:rPr lang="en-US" dirty="0"/>
            <a:t>6. Bied training aan </a:t>
          </a:r>
          <a:r>
            <a:rPr lang="en-US" dirty="0" err="1"/>
            <a:t>aan</a:t>
          </a:r>
          <a:r>
            <a:rPr lang="en-US" dirty="0"/>
            <a:t> </a:t>
          </a:r>
          <a:r>
            <a:rPr lang="en-US" dirty="0" err="1"/>
            <a:t>gevestigde</a:t>
          </a:r>
          <a:r>
            <a:rPr lang="en-US" dirty="0"/>
            <a:t> </a:t>
          </a:r>
          <a:r>
            <a:rPr lang="en-US" dirty="0" err="1"/>
            <a:t>onderzoekers</a:t>
          </a:r>
          <a:r>
            <a:rPr lang="en-US" dirty="0"/>
            <a:t> (4.3.3.19)</a:t>
          </a:r>
        </a:p>
      </dgm:t>
    </dgm:pt>
    <dgm:pt modelId="{75C6A3A1-D722-4497-850F-CA621EA06608}" type="parTrans" cxnId="{4EAE1283-775D-4A3D-847A-B7BBD4F559E5}">
      <dgm:prSet/>
      <dgm:spPr/>
      <dgm:t>
        <a:bodyPr/>
        <a:lstStyle/>
        <a:p>
          <a:endParaRPr lang="en-US"/>
        </a:p>
      </dgm:t>
    </dgm:pt>
    <dgm:pt modelId="{6BB28982-29A5-4E85-A268-7C791BA8B3EB}" type="sibTrans" cxnId="{4EAE1283-775D-4A3D-847A-B7BBD4F559E5}">
      <dgm:prSet/>
      <dgm:spPr/>
      <dgm:t>
        <a:bodyPr/>
        <a:lstStyle/>
        <a:p>
          <a:endParaRPr lang="en-US"/>
        </a:p>
      </dgm:t>
    </dgm:pt>
    <dgm:pt modelId="{8474FC86-82E5-47D5-8D8C-5A9FE458E58F}">
      <dgm:prSet/>
      <dgm:spPr/>
      <dgm:t>
        <a:bodyPr/>
        <a:lstStyle/>
        <a:p>
          <a:r>
            <a:rPr lang="en-US" dirty="0"/>
            <a:t>7.Neem WI op in </a:t>
          </a:r>
          <a:r>
            <a:rPr lang="en-US" dirty="0" err="1"/>
            <a:t>beoordelings</a:t>
          </a:r>
          <a:r>
            <a:rPr lang="en-US" dirty="0"/>
            <a:t>- en </a:t>
          </a:r>
          <a:r>
            <a:rPr lang="en-US" dirty="0" err="1"/>
            <a:t>functioneringsgesprekken</a:t>
          </a:r>
          <a:r>
            <a:rPr lang="en-US" dirty="0"/>
            <a:t> (4.3.3.22)</a:t>
          </a:r>
        </a:p>
      </dgm:t>
    </dgm:pt>
    <dgm:pt modelId="{5A50744C-42A6-4E78-81F1-7BF0748CF65E}" type="parTrans" cxnId="{92BF5AA7-35C4-4313-80DC-AFFE70EFC991}">
      <dgm:prSet/>
      <dgm:spPr/>
      <dgm:t>
        <a:bodyPr/>
        <a:lstStyle/>
        <a:p>
          <a:endParaRPr lang="en-US"/>
        </a:p>
      </dgm:t>
    </dgm:pt>
    <dgm:pt modelId="{8099DE5E-9389-4118-9A6C-545114C399A4}" type="sibTrans" cxnId="{92BF5AA7-35C4-4313-80DC-AFFE70EFC991}">
      <dgm:prSet/>
      <dgm:spPr/>
      <dgm:t>
        <a:bodyPr/>
        <a:lstStyle/>
        <a:p>
          <a:endParaRPr lang="en-US"/>
        </a:p>
      </dgm:t>
    </dgm:pt>
    <dgm:pt modelId="{194CB554-7209-4541-A2C5-31B889141F40}">
      <dgm:prSet/>
      <dgm:spPr/>
      <dgm:t>
        <a:bodyPr/>
        <a:lstStyle/>
        <a:p>
          <a:r>
            <a:rPr lang="en-US" dirty="0"/>
            <a:t>8. </a:t>
          </a:r>
          <a:r>
            <a:rPr lang="en-US" dirty="0" err="1"/>
            <a:t>Organiseer</a:t>
          </a:r>
          <a:r>
            <a:rPr lang="en-US" dirty="0"/>
            <a:t> </a:t>
          </a:r>
          <a:r>
            <a:rPr lang="en-US" dirty="0" err="1"/>
            <a:t>regelmatig</a:t>
          </a:r>
          <a:r>
            <a:rPr lang="en-US" dirty="0"/>
            <a:t> </a:t>
          </a:r>
          <a:r>
            <a:rPr lang="en-US" dirty="0" err="1"/>
            <a:t>gesprekken</a:t>
          </a:r>
          <a:r>
            <a:rPr lang="en-US" dirty="0"/>
            <a:t> over WI (4.3.3.23)</a:t>
          </a:r>
        </a:p>
      </dgm:t>
    </dgm:pt>
    <dgm:pt modelId="{84BD9EAC-ED2B-442C-A013-B1AD8B5553F5}" type="parTrans" cxnId="{4B4FB371-58DE-4E77-9853-E5D2A4ECDE5C}">
      <dgm:prSet/>
      <dgm:spPr/>
      <dgm:t>
        <a:bodyPr/>
        <a:lstStyle/>
        <a:p>
          <a:endParaRPr lang="en-US"/>
        </a:p>
      </dgm:t>
    </dgm:pt>
    <dgm:pt modelId="{6A88A3EA-CB59-4D9C-A59C-FFCB011E90C2}" type="sibTrans" cxnId="{4B4FB371-58DE-4E77-9853-E5D2A4ECDE5C}">
      <dgm:prSet/>
      <dgm:spPr/>
      <dgm:t>
        <a:bodyPr/>
        <a:lstStyle/>
        <a:p>
          <a:endParaRPr lang="en-US"/>
        </a:p>
      </dgm:t>
    </dgm:pt>
    <dgm:pt modelId="{117D5680-F83E-4430-A79D-598D46197F70}">
      <dgm:prSet/>
      <dgm:spPr/>
      <dgm:t>
        <a:bodyPr/>
        <a:lstStyle/>
        <a:p>
          <a:r>
            <a:rPr lang="en-US" dirty="0"/>
            <a:t>9. Maak </a:t>
          </a:r>
          <a:r>
            <a:rPr lang="en-US" dirty="0" err="1"/>
            <a:t>rol</a:t>
          </a:r>
          <a:r>
            <a:rPr lang="en-US" dirty="0"/>
            <a:t> VPWI </a:t>
          </a:r>
          <a:r>
            <a:rPr lang="en-US" dirty="0" err="1"/>
            <a:t>duidelijker</a:t>
          </a:r>
          <a:r>
            <a:rPr lang="en-US" dirty="0"/>
            <a:t> (</a:t>
          </a:r>
          <a:r>
            <a:rPr lang="en-US" dirty="0" err="1"/>
            <a:t>vragen</a:t>
          </a:r>
          <a:r>
            <a:rPr lang="en-US" dirty="0"/>
            <a:t>, </a:t>
          </a:r>
          <a:r>
            <a:rPr lang="en-US" dirty="0" err="1"/>
            <a:t>zorgen</a:t>
          </a:r>
          <a:r>
            <a:rPr lang="en-US" dirty="0"/>
            <a:t>, </a:t>
          </a:r>
          <a:r>
            <a:rPr lang="en-US" dirty="0" err="1"/>
            <a:t>advies</a:t>
          </a:r>
          <a:r>
            <a:rPr lang="en-US" dirty="0"/>
            <a:t>) (4.3.4.24)</a:t>
          </a:r>
        </a:p>
      </dgm:t>
    </dgm:pt>
    <dgm:pt modelId="{4C7D6BC0-6A17-4EF1-A4CA-7D66B73C6AF6}" type="parTrans" cxnId="{E205AA2A-42E9-409C-A00E-505772CC1E28}">
      <dgm:prSet/>
      <dgm:spPr/>
      <dgm:t>
        <a:bodyPr/>
        <a:lstStyle/>
        <a:p>
          <a:endParaRPr lang="en-US"/>
        </a:p>
      </dgm:t>
    </dgm:pt>
    <dgm:pt modelId="{1B0ADBC9-369F-4277-86F1-ABEB12F5FDB1}" type="sibTrans" cxnId="{E205AA2A-42E9-409C-A00E-505772CC1E28}">
      <dgm:prSet/>
      <dgm:spPr/>
      <dgm:t>
        <a:bodyPr/>
        <a:lstStyle/>
        <a:p>
          <a:endParaRPr lang="en-US"/>
        </a:p>
      </dgm:t>
    </dgm:pt>
    <dgm:pt modelId="{45C6A901-D47E-4EDF-B5CF-0B2DAFF82766}">
      <dgm:prSet/>
      <dgm:spPr/>
      <dgm:t>
        <a:bodyPr/>
        <a:lstStyle/>
        <a:p>
          <a:r>
            <a:rPr lang="en-US" dirty="0"/>
            <a:t>10. Leg </a:t>
          </a:r>
          <a:r>
            <a:rPr lang="en-US" dirty="0" err="1"/>
            <a:t>verantwoording</a:t>
          </a:r>
          <a:r>
            <a:rPr lang="en-US" dirty="0"/>
            <a:t> </a:t>
          </a:r>
          <a:r>
            <a:rPr lang="en-US" dirty="0" err="1"/>
            <a:t>af</a:t>
          </a:r>
          <a:r>
            <a:rPr lang="en-US" dirty="0"/>
            <a:t> over WI-</a:t>
          </a:r>
          <a:r>
            <a:rPr lang="en-US" dirty="0" err="1"/>
            <a:t>zorgplichten</a:t>
          </a:r>
          <a:r>
            <a:rPr lang="en-US" dirty="0"/>
            <a:t> in </a:t>
          </a:r>
          <a:r>
            <a:rPr lang="en-US" dirty="0" err="1"/>
            <a:t>jaarrapportages</a:t>
          </a:r>
          <a:r>
            <a:rPr lang="en-US" dirty="0"/>
            <a:t> (4.3.5.29)</a:t>
          </a:r>
        </a:p>
      </dgm:t>
    </dgm:pt>
    <dgm:pt modelId="{C8FAD2EB-45EC-419A-877B-538A0418C5F2}" type="parTrans" cxnId="{8360281A-DD3B-441E-ADD1-71DE0BD7281A}">
      <dgm:prSet/>
      <dgm:spPr/>
      <dgm:t>
        <a:bodyPr/>
        <a:lstStyle/>
        <a:p>
          <a:endParaRPr lang="en-US"/>
        </a:p>
      </dgm:t>
    </dgm:pt>
    <dgm:pt modelId="{856709F5-B95C-423C-A117-D85C449DB6CB}" type="sibTrans" cxnId="{8360281A-DD3B-441E-ADD1-71DE0BD7281A}">
      <dgm:prSet/>
      <dgm:spPr/>
      <dgm:t>
        <a:bodyPr/>
        <a:lstStyle/>
        <a:p>
          <a:endParaRPr lang="en-US"/>
        </a:p>
      </dgm:t>
    </dgm:pt>
    <dgm:pt modelId="{68E2BD4E-3548-4A74-9D33-FE4FC5201EF7}">
      <dgm:prSet/>
      <dgm:spPr/>
      <dgm:t>
        <a:bodyPr/>
        <a:lstStyle/>
        <a:p>
          <a:r>
            <a:rPr lang="en-US"/>
            <a:t>11. </a:t>
          </a:r>
          <a:r>
            <a:rPr lang="en-US" dirty="0"/>
            <a:t>Zorg </a:t>
          </a:r>
          <a:r>
            <a:rPr lang="en-US" dirty="0" err="1"/>
            <a:t>dat</a:t>
          </a:r>
          <a:r>
            <a:rPr lang="en-US" dirty="0"/>
            <a:t> WI-</a:t>
          </a:r>
          <a:r>
            <a:rPr lang="en-US" dirty="0" err="1"/>
            <a:t>functionarissen</a:t>
          </a:r>
          <a:r>
            <a:rPr lang="en-US" dirty="0"/>
            <a:t> </a:t>
          </a:r>
          <a:r>
            <a:rPr lang="en-US" dirty="0" err="1"/>
            <a:t>gesprekspartner</a:t>
          </a:r>
          <a:r>
            <a:rPr lang="en-US" dirty="0"/>
            <a:t> </a:t>
          </a:r>
          <a:r>
            <a:rPr lang="en-US" dirty="0" err="1"/>
            <a:t>zijn</a:t>
          </a:r>
          <a:r>
            <a:rPr lang="en-US" dirty="0"/>
            <a:t> van </a:t>
          </a:r>
          <a:r>
            <a:rPr lang="en-US" dirty="0" err="1"/>
            <a:t>bestuurders</a:t>
          </a:r>
          <a:r>
            <a:rPr lang="en-US" dirty="0"/>
            <a:t> (4.3.5.32) </a:t>
          </a:r>
        </a:p>
      </dgm:t>
    </dgm:pt>
    <dgm:pt modelId="{DE7E1AB1-3FBA-4993-AA7C-CB3E39E2EC96}" type="parTrans" cxnId="{48A33B14-D40E-4AD0-BA92-508F8F021520}">
      <dgm:prSet/>
      <dgm:spPr/>
      <dgm:t>
        <a:bodyPr/>
        <a:lstStyle/>
        <a:p>
          <a:endParaRPr lang="en-US"/>
        </a:p>
      </dgm:t>
    </dgm:pt>
    <dgm:pt modelId="{3E2ADF4C-40E0-406F-915D-765DB7436788}" type="sibTrans" cxnId="{48A33B14-D40E-4AD0-BA92-508F8F021520}">
      <dgm:prSet/>
      <dgm:spPr/>
      <dgm:t>
        <a:bodyPr/>
        <a:lstStyle/>
        <a:p>
          <a:endParaRPr lang="en-US"/>
        </a:p>
      </dgm:t>
    </dgm:pt>
    <dgm:pt modelId="{40CD60E5-2E02-4081-974A-443608142B3E}" type="pres">
      <dgm:prSet presAssocID="{07EBF274-70EF-429B-B31E-016F98E3D694}" presName="vert0" presStyleCnt="0">
        <dgm:presLayoutVars>
          <dgm:dir/>
          <dgm:animOne val="branch"/>
          <dgm:animLvl val="lvl"/>
        </dgm:presLayoutVars>
      </dgm:prSet>
      <dgm:spPr/>
    </dgm:pt>
    <dgm:pt modelId="{CBB34FB1-6172-4848-854E-A4C49D91DC54}" type="pres">
      <dgm:prSet presAssocID="{3E2A9B39-1F0B-4D1F-B30E-D71180823288}" presName="thickLine" presStyleLbl="alignNode1" presStyleIdx="0" presStyleCnt="11"/>
      <dgm:spPr/>
    </dgm:pt>
    <dgm:pt modelId="{45DC8D99-AED7-4D9E-9335-F60D605BD45F}" type="pres">
      <dgm:prSet presAssocID="{3E2A9B39-1F0B-4D1F-B30E-D71180823288}" presName="horz1" presStyleCnt="0"/>
      <dgm:spPr/>
    </dgm:pt>
    <dgm:pt modelId="{DF5400DC-A5FB-4897-AEBF-3D7F95C8739E}" type="pres">
      <dgm:prSet presAssocID="{3E2A9B39-1F0B-4D1F-B30E-D71180823288}" presName="tx1" presStyleLbl="revTx" presStyleIdx="0" presStyleCnt="11"/>
      <dgm:spPr/>
    </dgm:pt>
    <dgm:pt modelId="{732687D2-3253-4160-96B2-C022CDD312FC}" type="pres">
      <dgm:prSet presAssocID="{3E2A9B39-1F0B-4D1F-B30E-D71180823288}" presName="vert1" presStyleCnt="0"/>
      <dgm:spPr/>
    </dgm:pt>
    <dgm:pt modelId="{9DB30B65-1D12-4E54-877B-246FDFF0A919}" type="pres">
      <dgm:prSet presAssocID="{474C653F-78E8-49A9-990C-F0D82CC329E5}" presName="thickLine" presStyleLbl="alignNode1" presStyleIdx="1" presStyleCnt="11"/>
      <dgm:spPr/>
    </dgm:pt>
    <dgm:pt modelId="{A467DF9D-6A32-41E4-8911-A76580B89A4B}" type="pres">
      <dgm:prSet presAssocID="{474C653F-78E8-49A9-990C-F0D82CC329E5}" presName="horz1" presStyleCnt="0"/>
      <dgm:spPr/>
    </dgm:pt>
    <dgm:pt modelId="{EBFC07DC-3628-4F72-AFDF-B826CCFC6C13}" type="pres">
      <dgm:prSet presAssocID="{474C653F-78E8-49A9-990C-F0D82CC329E5}" presName="tx1" presStyleLbl="revTx" presStyleIdx="1" presStyleCnt="11"/>
      <dgm:spPr/>
    </dgm:pt>
    <dgm:pt modelId="{E1F5E03A-CBE3-496D-B40A-0F4B6ECDB06B}" type="pres">
      <dgm:prSet presAssocID="{474C653F-78E8-49A9-990C-F0D82CC329E5}" presName="vert1" presStyleCnt="0"/>
      <dgm:spPr/>
    </dgm:pt>
    <dgm:pt modelId="{F27E9E82-6775-4827-B792-700F7D1D574F}" type="pres">
      <dgm:prSet presAssocID="{F98D68E9-5C5C-422B-8772-DF03048FDCA1}" presName="thickLine" presStyleLbl="alignNode1" presStyleIdx="2" presStyleCnt="11"/>
      <dgm:spPr/>
    </dgm:pt>
    <dgm:pt modelId="{9824228C-85B2-42CA-9C47-E48E5409B2D1}" type="pres">
      <dgm:prSet presAssocID="{F98D68E9-5C5C-422B-8772-DF03048FDCA1}" presName="horz1" presStyleCnt="0"/>
      <dgm:spPr/>
    </dgm:pt>
    <dgm:pt modelId="{F7FF4C93-0B3C-4C39-9F70-298974775E3B}" type="pres">
      <dgm:prSet presAssocID="{F98D68E9-5C5C-422B-8772-DF03048FDCA1}" presName="tx1" presStyleLbl="revTx" presStyleIdx="2" presStyleCnt="11"/>
      <dgm:spPr/>
    </dgm:pt>
    <dgm:pt modelId="{379F90EC-7EF2-47F8-966D-472F39B5B960}" type="pres">
      <dgm:prSet presAssocID="{F98D68E9-5C5C-422B-8772-DF03048FDCA1}" presName="vert1" presStyleCnt="0"/>
      <dgm:spPr/>
    </dgm:pt>
    <dgm:pt modelId="{19D38AB4-8FF0-4E0E-A833-7B9DBEA445AB}" type="pres">
      <dgm:prSet presAssocID="{B714260F-CABF-4378-BF86-0D0FBA6AFD79}" presName="thickLine" presStyleLbl="alignNode1" presStyleIdx="3" presStyleCnt="11"/>
      <dgm:spPr/>
    </dgm:pt>
    <dgm:pt modelId="{5CD0A9A6-192F-42DD-A42A-655DD8CBFFA9}" type="pres">
      <dgm:prSet presAssocID="{B714260F-CABF-4378-BF86-0D0FBA6AFD79}" presName="horz1" presStyleCnt="0"/>
      <dgm:spPr/>
    </dgm:pt>
    <dgm:pt modelId="{2957E8F5-CE2E-4D07-B714-C5CE772D84F7}" type="pres">
      <dgm:prSet presAssocID="{B714260F-CABF-4378-BF86-0D0FBA6AFD79}" presName="tx1" presStyleLbl="revTx" presStyleIdx="3" presStyleCnt="11"/>
      <dgm:spPr/>
    </dgm:pt>
    <dgm:pt modelId="{D94D3D84-7F8A-44DF-8B56-4FD9593CE20F}" type="pres">
      <dgm:prSet presAssocID="{B714260F-CABF-4378-BF86-0D0FBA6AFD79}" presName="vert1" presStyleCnt="0"/>
      <dgm:spPr/>
    </dgm:pt>
    <dgm:pt modelId="{E363BD51-7785-46C0-8942-B98D3BE72172}" type="pres">
      <dgm:prSet presAssocID="{974D5B9A-4124-4A4F-9E3A-4218F098CBDF}" presName="thickLine" presStyleLbl="alignNode1" presStyleIdx="4" presStyleCnt="11"/>
      <dgm:spPr/>
    </dgm:pt>
    <dgm:pt modelId="{8F5E6A82-B6CE-4541-B1E5-9148AC5254CE}" type="pres">
      <dgm:prSet presAssocID="{974D5B9A-4124-4A4F-9E3A-4218F098CBDF}" presName="horz1" presStyleCnt="0"/>
      <dgm:spPr/>
    </dgm:pt>
    <dgm:pt modelId="{23BEBF65-B02B-4FC4-B580-21C550010760}" type="pres">
      <dgm:prSet presAssocID="{974D5B9A-4124-4A4F-9E3A-4218F098CBDF}" presName="tx1" presStyleLbl="revTx" presStyleIdx="4" presStyleCnt="11"/>
      <dgm:spPr/>
    </dgm:pt>
    <dgm:pt modelId="{063B1DC8-BCFC-4FDE-959B-C19F7ADE47C6}" type="pres">
      <dgm:prSet presAssocID="{974D5B9A-4124-4A4F-9E3A-4218F098CBDF}" presName="vert1" presStyleCnt="0"/>
      <dgm:spPr/>
    </dgm:pt>
    <dgm:pt modelId="{4864448A-F656-4B40-BDDB-B7061E6AFA8B}" type="pres">
      <dgm:prSet presAssocID="{E4B59B69-F410-4B96-A235-C62D8C581388}" presName="thickLine" presStyleLbl="alignNode1" presStyleIdx="5" presStyleCnt="11"/>
      <dgm:spPr/>
    </dgm:pt>
    <dgm:pt modelId="{7F1E0B92-FF88-4B0B-AC9A-A90087F7CC12}" type="pres">
      <dgm:prSet presAssocID="{E4B59B69-F410-4B96-A235-C62D8C581388}" presName="horz1" presStyleCnt="0"/>
      <dgm:spPr/>
    </dgm:pt>
    <dgm:pt modelId="{BD5C7DF8-3C19-40F7-9762-8CD57CDB1936}" type="pres">
      <dgm:prSet presAssocID="{E4B59B69-F410-4B96-A235-C62D8C581388}" presName="tx1" presStyleLbl="revTx" presStyleIdx="5" presStyleCnt="11"/>
      <dgm:spPr/>
    </dgm:pt>
    <dgm:pt modelId="{5800487C-D1B7-4139-8AE1-6AFA1214B684}" type="pres">
      <dgm:prSet presAssocID="{E4B59B69-F410-4B96-A235-C62D8C581388}" presName="vert1" presStyleCnt="0"/>
      <dgm:spPr/>
    </dgm:pt>
    <dgm:pt modelId="{8A910430-D901-4052-9579-9803D59A6B19}" type="pres">
      <dgm:prSet presAssocID="{8474FC86-82E5-47D5-8D8C-5A9FE458E58F}" presName="thickLine" presStyleLbl="alignNode1" presStyleIdx="6" presStyleCnt="11"/>
      <dgm:spPr/>
    </dgm:pt>
    <dgm:pt modelId="{499C1D2A-EC63-4F6D-94EA-1F74C2817ECD}" type="pres">
      <dgm:prSet presAssocID="{8474FC86-82E5-47D5-8D8C-5A9FE458E58F}" presName="horz1" presStyleCnt="0"/>
      <dgm:spPr/>
    </dgm:pt>
    <dgm:pt modelId="{BCE54AE0-7EDB-4578-803C-DEB360CA5DC9}" type="pres">
      <dgm:prSet presAssocID="{8474FC86-82E5-47D5-8D8C-5A9FE458E58F}" presName="tx1" presStyleLbl="revTx" presStyleIdx="6" presStyleCnt="11"/>
      <dgm:spPr/>
    </dgm:pt>
    <dgm:pt modelId="{2D5A0567-35C0-4FE8-B344-5C1D84ED2D00}" type="pres">
      <dgm:prSet presAssocID="{8474FC86-82E5-47D5-8D8C-5A9FE458E58F}" presName="vert1" presStyleCnt="0"/>
      <dgm:spPr/>
    </dgm:pt>
    <dgm:pt modelId="{DE6DDD2F-0F06-45A3-AF2D-5F052A52455A}" type="pres">
      <dgm:prSet presAssocID="{194CB554-7209-4541-A2C5-31B889141F40}" presName="thickLine" presStyleLbl="alignNode1" presStyleIdx="7" presStyleCnt="11"/>
      <dgm:spPr/>
    </dgm:pt>
    <dgm:pt modelId="{B4753AD1-2F6B-47D5-8B65-91018E8D923F}" type="pres">
      <dgm:prSet presAssocID="{194CB554-7209-4541-A2C5-31B889141F40}" presName="horz1" presStyleCnt="0"/>
      <dgm:spPr/>
    </dgm:pt>
    <dgm:pt modelId="{CC50FC59-95CC-4FAC-83E7-8E03EFBA1207}" type="pres">
      <dgm:prSet presAssocID="{194CB554-7209-4541-A2C5-31B889141F40}" presName="tx1" presStyleLbl="revTx" presStyleIdx="7" presStyleCnt="11"/>
      <dgm:spPr/>
    </dgm:pt>
    <dgm:pt modelId="{1A5E2E80-6AD1-4403-8A41-BE49D0489118}" type="pres">
      <dgm:prSet presAssocID="{194CB554-7209-4541-A2C5-31B889141F40}" presName="vert1" presStyleCnt="0"/>
      <dgm:spPr/>
    </dgm:pt>
    <dgm:pt modelId="{6C44127D-0D17-4B2C-A94E-3334143A5EBA}" type="pres">
      <dgm:prSet presAssocID="{117D5680-F83E-4430-A79D-598D46197F70}" presName="thickLine" presStyleLbl="alignNode1" presStyleIdx="8" presStyleCnt="11"/>
      <dgm:spPr/>
    </dgm:pt>
    <dgm:pt modelId="{511E1D48-734D-4A92-99CC-BD0365FFD051}" type="pres">
      <dgm:prSet presAssocID="{117D5680-F83E-4430-A79D-598D46197F70}" presName="horz1" presStyleCnt="0"/>
      <dgm:spPr/>
    </dgm:pt>
    <dgm:pt modelId="{EFA0F4A0-5F75-4FE9-BE06-38998C8A9F9F}" type="pres">
      <dgm:prSet presAssocID="{117D5680-F83E-4430-A79D-598D46197F70}" presName="tx1" presStyleLbl="revTx" presStyleIdx="8" presStyleCnt="11"/>
      <dgm:spPr/>
    </dgm:pt>
    <dgm:pt modelId="{CA19B086-4FA0-40D7-BF63-5F4C895EE8E6}" type="pres">
      <dgm:prSet presAssocID="{117D5680-F83E-4430-A79D-598D46197F70}" presName="vert1" presStyleCnt="0"/>
      <dgm:spPr/>
    </dgm:pt>
    <dgm:pt modelId="{8AB99C4C-4BEE-4268-A2B5-4A6B9692A93F}" type="pres">
      <dgm:prSet presAssocID="{45C6A901-D47E-4EDF-B5CF-0B2DAFF82766}" presName="thickLine" presStyleLbl="alignNode1" presStyleIdx="9" presStyleCnt="11"/>
      <dgm:spPr/>
    </dgm:pt>
    <dgm:pt modelId="{96E83248-B232-49A0-BAFF-F20893B0D508}" type="pres">
      <dgm:prSet presAssocID="{45C6A901-D47E-4EDF-B5CF-0B2DAFF82766}" presName="horz1" presStyleCnt="0"/>
      <dgm:spPr/>
    </dgm:pt>
    <dgm:pt modelId="{2F8E7B57-DA8F-4D77-93AB-492914DFCF47}" type="pres">
      <dgm:prSet presAssocID="{45C6A901-D47E-4EDF-B5CF-0B2DAFF82766}" presName="tx1" presStyleLbl="revTx" presStyleIdx="9" presStyleCnt="11"/>
      <dgm:spPr/>
    </dgm:pt>
    <dgm:pt modelId="{F4A4588E-F138-46C2-9D97-1FB787E3820C}" type="pres">
      <dgm:prSet presAssocID="{45C6A901-D47E-4EDF-B5CF-0B2DAFF82766}" presName="vert1" presStyleCnt="0"/>
      <dgm:spPr/>
    </dgm:pt>
    <dgm:pt modelId="{40352907-5C08-4C91-B345-D5095DF84B98}" type="pres">
      <dgm:prSet presAssocID="{68E2BD4E-3548-4A74-9D33-FE4FC5201EF7}" presName="thickLine" presStyleLbl="alignNode1" presStyleIdx="10" presStyleCnt="11"/>
      <dgm:spPr/>
    </dgm:pt>
    <dgm:pt modelId="{22D0B421-601C-4BC7-A8AB-92F7FF9A7F8C}" type="pres">
      <dgm:prSet presAssocID="{68E2BD4E-3548-4A74-9D33-FE4FC5201EF7}" presName="horz1" presStyleCnt="0"/>
      <dgm:spPr/>
    </dgm:pt>
    <dgm:pt modelId="{AD4D3C0E-2CF1-4C76-9F59-4BDA59E99C3F}" type="pres">
      <dgm:prSet presAssocID="{68E2BD4E-3548-4A74-9D33-FE4FC5201EF7}" presName="tx1" presStyleLbl="revTx" presStyleIdx="10" presStyleCnt="11"/>
      <dgm:spPr/>
    </dgm:pt>
    <dgm:pt modelId="{A4FD7F1D-FC6A-43C3-846F-2744E420BC45}" type="pres">
      <dgm:prSet presAssocID="{68E2BD4E-3548-4A74-9D33-FE4FC5201EF7}" presName="vert1" presStyleCnt="0"/>
      <dgm:spPr/>
    </dgm:pt>
  </dgm:ptLst>
  <dgm:cxnLst>
    <dgm:cxn modelId="{F914EF0F-7BF0-4221-ACBD-AE2F3943017D}" type="presOf" srcId="{F98D68E9-5C5C-422B-8772-DF03048FDCA1}" destId="{F7FF4C93-0B3C-4C39-9F70-298974775E3B}" srcOrd="0" destOrd="0" presId="urn:microsoft.com/office/officeart/2008/layout/LinedList"/>
    <dgm:cxn modelId="{0F631B10-8E97-4725-AFB1-40611A2819E0}" type="presOf" srcId="{194CB554-7209-4541-A2C5-31B889141F40}" destId="{CC50FC59-95CC-4FAC-83E7-8E03EFBA1207}" srcOrd="0" destOrd="0" presId="urn:microsoft.com/office/officeart/2008/layout/LinedList"/>
    <dgm:cxn modelId="{48A33B14-D40E-4AD0-BA92-508F8F021520}" srcId="{07EBF274-70EF-429B-B31E-016F98E3D694}" destId="{68E2BD4E-3548-4A74-9D33-FE4FC5201EF7}" srcOrd="10" destOrd="0" parTransId="{DE7E1AB1-3FBA-4993-AA7C-CB3E39E2EC96}" sibTransId="{3E2ADF4C-40E0-406F-915D-765DB7436788}"/>
    <dgm:cxn modelId="{B9BB0C15-4D52-4F22-875E-6E41F32EBC2E}" srcId="{07EBF274-70EF-429B-B31E-016F98E3D694}" destId="{974D5B9A-4124-4A4F-9E3A-4218F098CBDF}" srcOrd="4" destOrd="0" parTransId="{42FBC9E9-D1FC-4D67-A408-EDCC95DE9A37}" sibTransId="{5E8BBB2E-7D0A-49DD-887C-81E9869DE575}"/>
    <dgm:cxn modelId="{8360281A-DD3B-441E-ADD1-71DE0BD7281A}" srcId="{07EBF274-70EF-429B-B31E-016F98E3D694}" destId="{45C6A901-D47E-4EDF-B5CF-0B2DAFF82766}" srcOrd="9" destOrd="0" parTransId="{C8FAD2EB-45EC-419A-877B-538A0418C5F2}" sibTransId="{856709F5-B95C-423C-A117-D85C449DB6CB}"/>
    <dgm:cxn modelId="{D136381C-0615-4053-90C4-2B534D80EED3}" type="presOf" srcId="{117D5680-F83E-4430-A79D-598D46197F70}" destId="{EFA0F4A0-5F75-4FE9-BE06-38998C8A9F9F}" srcOrd="0" destOrd="0" presId="urn:microsoft.com/office/officeart/2008/layout/LinedList"/>
    <dgm:cxn modelId="{28F8AF26-AC96-4643-8350-DEF87AD3DCBF}" type="presOf" srcId="{07EBF274-70EF-429B-B31E-016F98E3D694}" destId="{40CD60E5-2E02-4081-974A-443608142B3E}" srcOrd="0" destOrd="0" presId="urn:microsoft.com/office/officeart/2008/layout/LinedList"/>
    <dgm:cxn modelId="{E205AA2A-42E9-409C-A00E-505772CC1E28}" srcId="{07EBF274-70EF-429B-B31E-016F98E3D694}" destId="{117D5680-F83E-4430-A79D-598D46197F70}" srcOrd="8" destOrd="0" parTransId="{4C7D6BC0-6A17-4EF1-A4CA-7D66B73C6AF6}" sibTransId="{1B0ADBC9-369F-4277-86F1-ABEB12F5FDB1}"/>
    <dgm:cxn modelId="{4B4FB371-58DE-4E77-9853-E5D2A4ECDE5C}" srcId="{07EBF274-70EF-429B-B31E-016F98E3D694}" destId="{194CB554-7209-4541-A2C5-31B889141F40}" srcOrd="7" destOrd="0" parTransId="{84BD9EAC-ED2B-442C-A013-B1AD8B5553F5}" sibTransId="{6A88A3EA-CB59-4D9C-A59C-FFCB011E90C2}"/>
    <dgm:cxn modelId="{BFF67D7A-D5AF-41FA-BC85-34DA0DE06310}" type="presOf" srcId="{45C6A901-D47E-4EDF-B5CF-0B2DAFF82766}" destId="{2F8E7B57-DA8F-4D77-93AB-492914DFCF47}" srcOrd="0" destOrd="0" presId="urn:microsoft.com/office/officeart/2008/layout/LinedList"/>
    <dgm:cxn modelId="{D0C5C77A-EB9F-4257-9D5B-91FD1FBC7FB6}" srcId="{07EBF274-70EF-429B-B31E-016F98E3D694}" destId="{F98D68E9-5C5C-422B-8772-DF03048FDCA1}" srcOrd="2" destOrd="0" parTransId="{EF62DCF0-128C-4996-B075-57CA88D23764}" sibTransId="{2D1932F7-E925-4CE4-9171-962C0F6238C9}"/>
    <dgm:cxn modelId="{4EAE1283-775D-4A3D-847A-B7BBD4F559E5}" srcId="{07EBF274-70EF-429B-B31E-016F98E3D694}" destId="{E4B59B69-F410-4B96-A235-C62D8C581388}" srcOrd="5" destOrd="0" parTransId="{75C6A3A1-D722-4497-850F-CA621EA06608}" sibTransId="{6BB28982-29A5-4E85-A268-7C791BA8B3EB}"/>
    <dgm:cxn modelId="{D3345591-DA7B-4056-A132-1728F468C78B}" type="presOf" srcId="{8474FC86-82E5-47D5-8D8C-5A9FE458E58F}" destId="{BCE54AE0-7EDB-4578-803C-DEB360CA5DC9}" srcOrd="0" destOrd="0" presId="urn:microsoft.com/office/officeart/2008/layout/LinedList"/>
    <dgm:cxn modelId="{8F553AA7-72EC-484D-B743-737530DE2B58}" srcId="{07EBF274-70EF-429B-B31E-016F98E3D694}" destId="{3E2A9B39-1F0B-4D1F-B30E-D71180823288}" srcOrd="0" destOrd="0" parTransId="{C4F7E54D-9C86-4F84-93F2-2E5969CEF651}" sibTransId="{945512E5-3BDE-44CC-ADF5-1143BFE13C70}"/>
    <dgm:cxn modelId="{92BF5AA7-35C4-4313-80DC-AFFE70EFC991}" srcId="{07EBF274-70EF-429B-B31E-016F98E3D694}" destId="{8474FC86-82E5-47D5-8D8C-5A9FE458E58F}" srcOrd="6" destOrd="0" parTransId="{5A50744C-42A6-4E78-81F1-7BF0748CF65E}" sibTransId="{8099DE5E-9389-4118-9A6C-545114C399A4}"/>
    <dgm:cxn modelId="{6613C3B3-2ABD-4F25-9158-27B4A62D8CE6}" srcId="{07EBF274-70EF-429B-B31E-016F98E3D694}" destId="{B714260F-CABF-4378-BF86-0D0FBA6AFD79}" srcOrd="3" destOrd="0" parTransId="{D117EA69-B94D-42D9-8808-235771C4721E}" sibTransId="{A92D18C9-ED4D-4525-8784-1B2C39B0862C}"/>
    <dgm:cxn modelId="{8AAE1BC7-BF98-4A13-A448-0B4D9773A814}" type="presOf" srcId="{3E2A9B39-1F0B-4D1F-B30E-D71180823288}" destId="{DF5400DC-A5FB-4897-AEBF-3D7F95C8739E}" srcOrd="0" destOrd="0" presId="urn:microsoft.com/office/officeart/2008/layout/LinedList"/>
    <dgm:cxn modelId="{B9F751CA-63F8-4E25-AC58-FC5AEC24ED22}" type="presOf" srcId="{974D5B9A-4124-4A4F-9E3A-4218F098CBDF}" destId="{23BEBF65-B02B-4FC4-B580-21C550010760}" srcOrd="0" destOrd="0" presId="urn:microsoft.com/office/officeart/2008/layout/LinedList"/>
    <dgm:cxn modelId="{670ADAD3-B572-485F-8887-11BDAE8DB118}" type="presOf" srcId="{E4B59B69-F410-4B96-A235-C62D8C581388}" destId="{BD5C7DF8-3C19-40F7-9762-8CD57CDB1936}" srcOrd="0" destOrd="0" presId="urn:microsoft.com/office/officeart/2008/layout/LinedList"/>
    <dgm:cxn modelId="{7DB038DC-B855-44FF-9F6D-ADB6C17E7E1D}" type="presOf" srcId="{B714260F-CABF-4378-BF86-0D0FBA6AFD79}" destId="{2957E8F5-CE2E-4D07-B714-C5CE772D84F7}" srcOrd="0" destOrd="0" presId="urn:microsoft.com/office/officeart/2008/layout/LinedList"/>
    <dgm:cxn modelId="{358DC7E0-E65E-4579-A739-7FA720E62DB3}" type="presOf" srcId="{474C653F-78E8-49A9-990C-F0D82CC329E5}" destId="{EBFC07DC-3628-4F72-AFDF-B826CCFC6C13}" srcOrd="0" destOrd="0" presId="urn:microsoft.com/office/officeart/2008/layout/LinedList"/>
    <dgm:cxn modelId="{5ECE24E7-18E5-4607-B9AD-1ED82A3BD96A}" srcId="{07EBF274-70EF-429B-B31E-016F98E3D694}" destId="{474C653F-78E8-49A9-990C-F0D82CC329E5}" srcOrd="1" destOrd="0" parTransId="{52968FFD-2D22-43C6-A913-871C077CC0AC}" sibTransId="{E56D208C-1D69-420F-81E8-86F828AF9C70}"/>
    <dgm:cxn modelId="{E4ECA1FF-98C2-414C-BB3B-BDC63875889D}" type="presOf" srcId="{68E2BD4E-3548-4A74-9D33-FE4FC5201EF7}" destId="{AD4D3C0E-2CF1-4C76-9F59-4BDA59E99C3F}" srcOrd="0" destOrd="0" presId="urn:microsoft.com/office/officeart/2008/layout/LinedList"/>
    <dgm:cxn modelId="{6B648BDA-F2B8-46EA-8019-45FEBBD29DDA}" type="presParOf" srcId="{40CD60E5-2E02-4081-974A-443608142B3E}" destId="{CBB34FB1-6172-4848-854E-A4C49D91DC54}" srcOrd="0" destOrd="0" presId="urn:microsoft.com/office/officeart/2008/layout/LinedList"/>
    <dgm:cxn modelId="{D65F38C5-6B04-4F81-A75C-FE4B1BE0A517}" type="presParOf" srcId="{40CD60E5-2E02-4081-974A-443608142B3E}" destId="{45DC8D99-AED7-4D9E-9335-F60D605BD45F}" srcOrd="1" destOrd="0" presId="urn:microsoft.com/office/officeart/2008/layout/LinedList"/>
    <dgm:cxn modelId="{7307CE91-3CDB-42F7-9E9E-E80D79D40836}" type="presParOf" srcId="{45DC8D99-AED7-4D9E-9335-F60D605BD45F}" destId="{DF5400DC-A5FB-4897-AEBF-3D7F95C8739E}" srcOrd="0" destOrd="0" presId="urn:microsoft.com/office/officeart/2008/layout/LinedList"/>
    <dgm:cxn modelId="{9757E4C4-30CB-4A39-BD11-5AA0B2792BBF}" type="presParOf" srcId="{45DC8D99-AED7-4D9E-9335-F60D605BD45F}" destId="{732687D2-3253-4160-96B2-C022CDD312FC}" srcOrd="1" destOrd="0" presId="urn:microsoft.com/office/officeart/2008/layout/LinedList"/>
    <dgm:cxn modelId="{DFBB904C-FCDA-4863-938D-2D4BAFFE6A19}" type="presParOf" srcId="{40CD60E5-2E02-4081-974A-443608142B3E}" destId="{9DB30B65-1D12-4E54-877B-246FDFF0A919}" srcOrd="2" destOrd="0" presId="urn:microsoft.com/office/officeart/2008/layout/LinedList"/>
    <dgm:cxn modelId="{57EDCDB7-8A8C-480A-A17E-C5744F81A5C9}" type="presParOf" srcId="{40CD60E5-2E02-4081-974A-443608142B3E}" destId="{A467DF9D-6A32-41E4-8911-A76580B89A4B}" srcOrd="3" destOrd="0" presId="urn:microsoft.com/office/officeart/2008/layout/LinedList"/>
    <dgm:cxn modelId="{997555B0-FF6C-4920-A65F-6D346901196B}" type="presParOf" srcId="{A467DF9D-6A32-41E4-8911-A76580B89A4B}" destId="{EBFC07DC-3628-4F72-AFDF-B826CCFC6C13}" srcOrd="0" destOrd="0" presId="urn:microsoft.com/office/officeart/2008/layout/LinedList"/>
    <dgm:cxn modelId="{50D7D3FA-11F7-4C22-9FCE-309B2A3C8213}" type="presParOf" srcId="{A467DF9D-6A32-41E4-8911-A76580B89A4B}" destId="{E1F5E03A-CBE3-496D-B40A-0F4B6ECDB06B}" srcOrd="1" destOrd="0" presId="urn:microsoft.com/office/officeart/2008/layout/LinedList"/>
    <dgm:cxn modelId="{695FBDCB-6CB0-4D32-AA42-A6E3DEA2DC75}" type="presParOf" srcId="{40CD60E5-2E02-4081-974A-443608142B3E}" destId="{F27E9E82-6775-4827-B792-700F7D1D574F}" srcOrd="4" destOrd="0" presId="urn:microsoft.com/office/officeart/2008/layout/LinedList"/>
    <dgm:cxn modelId="{BA73123A-A866-4E6C-8707-DE887BE932A5}" type="presParOf" srcId="{40CD60E5-2E02-4081-974A-443608142B3E}" destId="{9824228C-85B2-42CA-9C47-E48E5409B2D1}" srcOrd="5" destOrd="0" presId="urn:microsoft.com/office/officeart/2008/layout/LinedList"/>
    <dgm:cxn modelId="{0D777BC4-CDDF-4893-BC31-2285547C4E76}" type="presParOf" srcId="{9824228C-85B2-42CA-9C47-E48E5409B2D1}" destId="{F7FF4C93-0B3C-4C39-9F70-298974775E3B}" srcOrd="0" destOrd="0" presId="urn:microsoft.com/office/officeart/2008/layout/LinedList"/>
    <dgm:cxn modelId="{7EE5E812-2286-4E80-8DF5-EED593A37320}" type="presParOf" srcId="{9824228C-85B2-42CA-9C47-E48E5409B2D1}" destId="{379F90EC-7EF2-47F8-966D-472F39B5B960}" srcOrd="1" destOrd="0" presId="urn:microsoft.com/office/officeart/2008/layout/LinedList"/>
    <dgm:cxn modelId="{19BA4CA1-C7FD-46EC-939B-982FA63B4CD4}" type="presParOf" srcId="{40CD60E5-2E02-4081-974A-443608142B3E}" destId="{19D38AB4-8FF0-4E0E-A833-7B9DBEA445AB}" srcOrd="6" destOrd="0" presId="urn:microsoft.com/office/officeart/2008/layout/LinedList"/>
    <dgm:cxn modelId="{70478A63-09CA-4E59-86E4-DA9F476D568A}" type="presParOf" srcId="{40CD60E5-2E02-4081-974A-443608142B3E}" destId="{5CD0A9A6-192F-42DD-A42A-655DD8CBFFA9}" srcOrd="7" destOrd="0" presId="urn:microsoft.com/office/officeart/2008/layout/LinedList"/>
    <dgm:cxn modelId="{DCCE62C4-FA5A-456F-B8AA-0B0C47E3A8EB}" type="presParOf" srcId="{5CD0A9A6-192F-42DD-A42A-655DD8CBFFA9}" destId="{2957E8F5-CE2E-4D07-B714-C5CE772D84F7}" srcOrd="0" destOrd="0" presId="urn:microsoft.com/office/officeart/2008/layout/LinedList"/>
    <dgm:cxn modelId="{DFB1A061-13BC-4A6D-B8C3-E841DC3FDC7E}" type="presParOf" srcId="{5CD0A9A6-192F-42DD-A42A-655DD8CBFFA9}" destId="{D94D3D84-7F8A-44DF-8B56-4FD9593CE20F}" srcOrd="1" destOrd="0" presId="urn:microsoft.com/office/officeart/2008/layout/LinedList"/>
    <dgm:cxn modelId="{BE9F1175-D711-4176-B22A-B2CF9819650C}" type="presParOf" srcId="{40CD60E5-2E02-4081-974A-443608142B3E}" destId="{E363BD51-7785-46C0-8942-B98D3BE72172}" srcOrd="8" destOrd="0" presId="urn:microsoft.com/office/officeart/2008/layout/LinedList"/>
    <dgm:cxn modelId="{A66D8012-D6CA-4760-AA04-6347CC0DE667}" type="presParOf" srcId="{40CD60E5-2E02-4081-974A-443608142B3E}" destId="{8F5E6A82-B6CE-4541-B1E5-9148AC5254CE}" srcOrd="9" destOrd="0" presId="urn:microsoft.com/office/officeart/2008/layout/LinedList"/>
    <dgm:cxn modelId="{49F33050-5C87-4EEA-B419-CDCB4E6C2DB5}" type="presParOf" srcId="{8F5E6A82-B6CE-4541-B1E5-9148AC5254CE}" destId="{23BEBF65-B02B-4FC4-B580-21C550010760}" srcOrd="0" destOrd="0" presId="urn:microsoft.com/office/officeart/2008/layout/LinedList"/>
    <dgm:cxn modelId="{188E4AAB-A651-4FCC-BA97-D687024D58FC}" type="presParOf" srcId="{8F5E6A82-B6CE-4541-B1E5-9148AC5254CE}" destId="{063B1DC8-BCFC-4FDE-959B-C19F7ADE47C6}" srcOrd="1" destOrd="0" presId="urn:microsoft.com/office/officeart/2008/layout/LinedList"/>
    <dgm:cxn modelId="{687CA17F-CA42-407C-B646-906479BC5CC1}" type="presParOf" srcId="{40CD60E5-2E02-4081-974A-443608142B3E}" destId="{4864448A-F656-4B40-BDDB-B7061E6AFA8B}" srcOrd="10" destOrd="0" presId="urn:microsoft.com/office/officeart/2008/layout/LinedList"/>
    <dgm:cxn modelId="{269517AC-F75C-4265-A98C-7F7E9E6A2CD2}" type="presParOf" srcId="{40CD60E5-2E02-4081-974A-443608142B3E}" destId="{7F1E0B92-FF88-4B0B-AC9A-A90087F7CC12}" srcOrd="11" destOrd="0" presId="urn:microsoft.com/office/officeart/2008/layout/LinedList"/>
    <dgm:cxn modelId="{EAE4443D-F0BF-40A2-9749-DCA700C9C62E}" type="presParOf" srcId="{7F1E0B92-FF88-4B0B-AC9A-A90087F7CC12}" destId="{BD5C7DF8-3C19-40F7-9762-8CD57CDB1936}" srcOrd="0" destOrd="0" presId="urn:microsoft.com/office/officeart/2008/layout/LinedList"/>
    <dgm:cxn modelId="{01DC33A5-8481-432E-9EA4-9F2A4B097032}" type="presParOf" srcId="{7F1E0B92-FF88-4B0B-AC9A-A90087F7CC12}" destId="{5800487C-D1B7-4139-8AE1-6AFA1214B684}" srcOrd="1" destOrd="0" presId="urn:microsoft.com/office/officeart/2008/layout/LinedList"/>
    <dgm:cxn modelId="{49D028C2-834A-471D-BE8D-7EB4C6D7C1BF}" type="presParOf" srcId="{40CD60E5-2E02-4081-974A-443608142B3E}" destId="{8A910430-D901-4052-9579-9803D59A6B19}" srcOrd="12" destOrd="0" presId="urn:microsoft.com/office/officeart/2008/layout/LinedList"/>
    <dgm:cxn modelId="{CED539DA-C116-4FE8-8713-817F18012844}" type="presParOf" srcId="{40CD60E5-2E02-4081-974A-443608142B3E}" destId="{499C1D2A-EC63-4F6D-94EA-1F74C2817ECD}" srcOrd="13" destOrd="0" presId="urn:microsoft.com/office/officeart/2008/layout/LinedList"/>
    <dgm:cxn modelId="{D21268BA-23EE-4640-8672-D3F642B7FE32}" type="presParOf" srcId="{499C1D2A-EC63-4F6D-94EA-1F74C2817ECD}" destId="{BCE54AE0-7EDB-4578-803C-DEB360CA5DC9}" srcOrd="0" destOrd="0" presId="urn:microsoft.com/office/officeart/2008/layout/LinedList"/>
    <dgm:cxn modelId="{E0AFA647-E3F2-461E-B14D-BB5B099D3234}" type="presParOf" srcId="{499C1D2A-EC63-4F6D-94EA-1F74C2817ECD}" destId="{2D5A0567-35C0-4FE8-B344-5C1D84ED2D00}" srcOrd="1" destOrd="0" presId="urn:microsoft.com/office/officeart/2008/layout/LinedList"/>
    <dgm:cxn modelId="{C5F45804-8E6E-4990-82A5-E17CA0E7A177}" type="presParOf" srcId="{40CD60E5-2E02-4081-974A-443608142B3E}" destId="{DE6DDD2F-0F06-45A3-AF2D-5F052A52455A}" srcOrd="14" destOrd="0" presId="urn:microsoft.com/office/officeart/2008/layout/LinedList"/>
    <dgm:cxn modelId="{E9C7350F-BF14-4C79-AE03-A720F3EF4536}" type="presParOf" srcId="{40CD60E5-2E02-4081-974A-443608142B3E}" destId="{B4753AD1-2F6B-47D5-8B65-91018E8D923F}" srcOrd="15" destOrd="0" presId="urn:microsoft.com/office/officeart/2008/layout/LinedList"/>
    <dgm:cxn modelId="{5B01418B-8463-4E91-8745-30158507E9DE}" type="presParOf" srcId="{B4753AD1-2F6B-47D5-8B65-91018E8D923F}" destId="{CC50FC59-95CC-4FAC-83E7-8E03EFBA1207}" srcOrd="0" destOrd="0" presId="urn:microsoft.com/office/officeart/2008/layout/LinedList"/>
    <dgm:cxn modelId="{C22FBB44-BD3A-4DED-89BF-284EFB5DF748}" type="presParOf" srcId="{B4753AD1-2F6B-47D5-8B65-91018E8D923F}" destId="{1A5E2E80-6AD1-4403-8A41-BE49D0489118}" srcOrd="1" destOrd="0" presId="urn:microsoft.com/office/officeart/2008/layout/LinedList"/>
    <dgm:cxn modelId="{8C252B62-FB06-419B-B80C-649B4AA9E1D2}" type="presParOf" srcId="{40CD60E5-2E02-4081-974A-443608142B3E}" destId="{6C44127D-0D17-4B2C-A94E-3334143A5EBA}" srcOrd="16" destOrd="0" presId="urn:microsoft.com/office/officeart/2008/layout/LinedList"/>
    <dgm:cxn modelId="{0B70CAAE-F2B0-432C-BE94-FD06758495FA}" type="presParOf" srcId="{40CD60E5-2E02-4081-974A-443608142B3E}" destId="{511E1D48-734D-4A92-99CC-BD0365FFD051}" srcOrd="17" destOrd="0" presId="urn:microsoft.com/office/officeart/2008/layout/LinedList"/>
    <dgm:cxn modelId="{299D9EBF-F538-4111-86E8-7CADA5D0912C}" type="presParOf" srcId="{511E1D48-734D-4A92-99CC-BD0365FFD051}" destId="{EFA0F4A0-5F75-4FE9-BE06-38998C8A9F9F}" srcOrd="0" destOrd="0" presId="urn:microsoft.com/office/officeart/2008/layout/LinedList"/>
    <dgm:cxn modelId="{F65C51FC-E9F8-45F9-B603-A332BF92C8B3}" type="presParOf" srcId="{511E1D48-734D-4A92-99CC-BD0365FFD051}" destId="{CA19B086-4FA0-40D7-BF63-5F4C895EE8E6}" srcOrd="1" destOrd="0" presId="urn:microsoft.com/office/officeart/2008/layout/LinedList"/>
    <dgm:cxn modelId="{C03046E0-67E0-4D98-A05D-C616855BF378}" type="presParOf" srcId="{40CD60E5-2E02-4081-974A-443608142B3E}" destId="{8AB99C4C-4BEE-4268-A2B5-4A6B9692A93F}" srcOrd="18" destOrd="0" presId="urn:microsoft.com/office/officeart/2008/layout/LinedList"/>
    <dgm:cxn modelId="{71EFCE95-1E23-473F-88F8-8B01B43EA913}" type="presParOf" srcId="{40CD60E5-2E02-4081-974A-443608142B3E}" destId="{96E83248-B232-49A0-BAFF-F20893B0D508}" srcOrd="19" destOrd="0" presId="urn:microsoft.com/office/officeart/2008/layout/LinedList"/>
    <dgm:cxn modelId="{5063C994-FD30-4C12-8271-11F8F7F70FF1}" type="presParOf" srcId="{96E83248-B232-49A0-BAFF-F20893B0D508}" destId="{2F8E7B57-DA8F-4D77-93AB-492914DFCF47}" srcOrd="0" destOrd="0" presId="urn:microsoft.com/office/officeart/2008/layout/LinedList"/>
    <dgm:cxn modelId="{9FE8FA8C-2912-4363-8F96-9684AFD1A75D}" type="presParOf" srcId="{96E83248-B232-49A0-BAFF-F20893B0D508}" destId="{F4A4588E-F138-46C2-9D97-1FB787E3820C}" srcOrd="1" destOrd="0" presId="urn:microsoft.com/office/officeart/2008/layout/LinedList"/>
    <dgm:cxn modelId="{996A8201-393C-4202-9641-4AE545C212D4}" type="presParOf" srcId="{40CD60E5-2E02-4081-974A-443608142B3E}" destId="{40352907-5C08-4C91-B345-D5095DF84B98}" srcOrd="20" destOrd="0" presId="urn:microsoft.com/office/officeart/2008/layout/LinedList"/>
    <dgm:cxn modelId="{07D3F36D-12B1-4E5D-BE47-9F82D35D21FC}" type="presParOf" srcId="{40CD60E5-2E02-4081-974A-443608142B3E}" destId="{22D0B421-601C-4BC7-A8AB-92F7FF9A7F8C}" srcOrd="21" destOrd="0" presId="urn:microsoft.com/office/officeart/2008/layout/LinedList"/>
    <dgm:cxn modelId="{E232A404-7104-4C32-8327-E145A6E54365}" type="presParOf" srcId="{22D0B421-601C-4BC7-A8AB-92F7FF9A7F8C}" destId="{AD4D3C0E-2CF1-4C76-9F59-4BDA59E99C3F}" srcOrd="0" destOrd="0" presId="urn:microsoft.com/office/officeart/2008/layout/LinedList"/>
    <dgm:cxn modelId="{422BBFF5-6932-4C10-AB41-87D83F3BD68B}" type="presParOf" srcId="{22D0B421-601C-4BC7-A8AB-92F7FF9A7F8C}" destId="{A4FD7F1D-FC6A-43C3-846F-2744E420BC4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373C31-A812-4BB7-8B3E-6503C40B045A}" type="doc">
      <dgm:prSet loTypeId="urn:microsoft.com/office/officeart/2008/layout/LinedList" loCatId="list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774BD36-FE72-416F-A9AE-DDE40AC68F31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Hoe </a:t>
          </a:r>
          <a:r>
            <a:rPr lang="en-US" dirty="0" err="1">
              <a:solidFill>
                <a:schemeClr val="bg1"/>
              </a:solidFill>
            </a:rPr>
            <a:t>vaak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deelde</a:t>
          </a:r>
          <a:r>
            <a:rPr lang="en-US" dirty="0">
              <a:solidFill>
                <a:schemeClr val="bg1"/>
              </a:solidFill>
            </a:rPr>
            <a:t>, in het </a:t>
          </a:r>
          <a:r>
            <a:rPr lang="en-US" dirty="0" err="1">
              <a:solidFill>
                <a:schemeClr val="bg1"/>
              </a:solidFill>
            </a:rPr>
            <a:t>laatste</a:t>
          </a:r>
          <a:r>
            <a:rPr lang="en-US" dirty="0">
              <a:solidFill>
                <a:schemeClr val="bg1"/>
              </a:solidFill>
            </a:rPr>
            <a:t> half </a:t>
          </a:r>
          <a:r>
            <a:rPr lang="en-US" dirty="0" err="1">
              <a:solidFill>
                <a:schemeClr val="bg1"/>
              </a:solidFill>
            </a:rPr>
            <a:t>jaar</a:t>
          </a:r>
          <a:r>
            <a:rPr lang="en-US" dirty="0">
              <a:solidFill>
                <a:schemeClr val="bg1"/>
              </a:solidFill>
            </a:rPr>
            <a:t>, </a:t>
          </a:r>
          <a:r>
            <a:rPr lang="en-US" dirty="0" err="1">
              <a:solidFill>
                <a:schemeClr val="bg1"/>
              </a:solidFill>
            </a:rPr>
            <a:t>een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onderzoeker</a:t>
          </a:r>
          <a:r>
            <a:rPr lang="en-US" dirty="0">
              <a:solidFill>
                <a:schemeClr val="bg1"/>
              </a:solidFill>
            </a:rPr>
            <a:t> met </a:t>
          </a:r>
          <a:r>
            <a:rPr lang="en-US" dirty="0" err="1">
              <a:solidFill>
                <a:schemeClr val="bg1"/>
              </a:solidFill>
            </a:rPr>
            <a:t>jou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een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onderzoeksdilemma</a:t>
          </a:r>
          <a:r>
            <a:rPr lang="en-US" dirty="0">
              <a:solidFill>
                <a:schemeClr val="bg1"/>
              </a:solidFill>
            </a:rPr>
            <a:t>?</a:t>
          </a:r>
        </a:p>
      </dgm:t>
    </dgm:pt>
    <dgm:pt modelId="{2117EE2D-442A-4039-8715-B424B83F61F9}" type="parTrans" cxnId="{FC028DD1-373D-4DEC-BA0B-A3DD819C6216}">
      <dgm:prSet/>
      <dgm:spPr/>
      <dgm:t>
        <a:bodyPr/>
        <a:lstStyle/>
        <a:p>
          <a:endParaRPr lang="en-US"/>
        </a:p>
      </dgm:t>
    </dgm:pt>
    <dgm:pt modelId="{34CCF6BF-92A6-40DC-9C6E-CE698C366840}" type="sibTrans" cxnId="{FC028DD1-373D-4DEC-BA0B-A3DD819C6216}">
      <dgm:prSet/>
      <dgm:spPr/>
      <dgm:t>
        <a:bodyPr/>
        <a:lstStyle/>
        <a:p>
          <a:endParaRPr lang="en-US"/>
        </a:p>
      </dgm:t>
    </dgm:pt>
    <dgm:pt modelId="{10A643D3-3D9D-4C94-A487-D9CBE10A8568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Hoe </a:t>
          </a:r>
          <a:r>
            <a:rPr lang="en-US" dirty="0" err="1">
              <a:solidFill>
                <a:schemeClr val="bg1"/>
              </a:solidFill>
            </a:rPr>
            <a:t>vaak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besprak</a:t>
          </a:r>
          <a:r>
            <a:rPr lang="en-US" dirty="0">
              <a:solidFill>
                <a:schemeClr val="bg1"/>
              </a:solidFill>
            </a:rPr>
            <a:t>, in het </a:t>
          </a:r>
          <a:r>
            <a:rPr lang="en-US" dirty="0" err="1">
              <a:solidFill>
                <a:schemeClr val="bg1"/>
              </a:solidFill>
            </a:rPr>
            <a:t>laatste</a:t>
          </a:r>
          <a:r>
            <a:rPr lang="en-US" dirty="0">
              <a:solidFill>
                <a:schemeClr val="bg1"/>
              </a:solidFill>
            </a:rPr>
            <a:t> half </a:t>
          </a:r>
          <a:r>
            <a:rPr lang="en-US" dirty="0" err="1">
              <a:solidFill>
                <a:schemeClr val="bg1"/>
              </a:solidFill>
            </a:rPr>
            <a:t>jaar</a:t>
          </a:r>
          <a:r>
            <a:rPr lang="en-US" dirty="0">
              <a:solidFill>
                <a:schemeClr val="bg1"/>
              </a:solidFill>
            </a:rPr>
            <a:t>, </a:t>
          </a:r>
          <a:r>
            <a:rPr lang="en-US" dirty="0" err="1">
              <a:solidFill>
                <a:schemeClr val="bg1"/>
              </a:solidFill>
            </a:rPr>
            <a:t>een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onderzoeker</a:t>
          </a:r>
          <a:r>
            <a:rPr lang="en-US" dirty="0">
              <a:solidFill>
                <a:schemeClr val="bg1"/>
              </a:solidFill>
            </a:rPr>
            <a:t> met </a:t>
          </a:r>
          <a:r>
            <a:rPr lang="en-US" dirty="0" err="1">
              <a:solidFill>
                <a:schemeClr val="bg1"/>
              </a:solidFill>
            </a:rPr>
            <a:t>jou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een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onderzoeksfout</a:t>
          </a:r>
          <a:r>
            <a:rPr lang="en-US" dirty="0"/>
            <a:t>?</a:t>
          </a:r>
        </a:p>
      </dgm:t>
    </dgm:pt>
    <dgm:pt modelId="{A3CECBE1-822A-4318-ACAA-FD073D68B936}" type="parTrans" cxnId="{6E21CDC3-9E4C-4D0F-BA0E-A733600B762E}">
      <dgm:prSet/>
      <dgm:spPr/>
      <dgm:t>
        <a:bodyPr/>
        <a:lstStyle/>
        <a:p>
          <a:endParaRPr lang="en-US"/>
        </a:p>
      </dgm:t>
    </dgm:pt>
    <dgm:pt modelId="{E913FAE9-ABF1-4874-9146-4F64236BAF1B}" type="sibTrans" cxnId="{6E21CDC3-9E4C-4D0F-BA0E-A733600B762E}">
      <dgm:prSet/>
      <dgm:spPr/>
      <dgm:t>
        <a:bodyPr/>
        <a:lstStyle/>
        <a:p>
          <a:endParaRPr lang="en-US"/>
        </a:p>
      </dgm:t>
    </dgm:pt>
    <dgm:pt modelId="{D8552D18-9F0D-44B0-A0AA-1662E8BC2AD4}" type="pres">
      <dgm:prSet presAssocID="{7B373C31-A812-4BB7-8B3E-6503C40B045A}" presName="vert0" presStyleCnt="0">
        <dgm:presLayoutVars>
          <dgm:dir/>
          <dgm:animOne val="branch"/>
          <dgm:animLvl val="lvl"/>
        </dgm:presLayoutVars>
      </dgm:prSet>
      <dgm:spPr/>
    </dgm:pt>
    <dgm:pt modelId="{BE25A56F-2030-47BB-95B8-48B9CC77190C}" type="pres">
      <dgm:prSet presAssocID="{E774BD36-FE72-416F-A9AE-DDE40AC68F31}" presName="thickLine" presStyleLbl="alignNode1" presStyleIdx="0" presStyleCnt="2"/>
      <dgm:spPr/>
    </dgm:pt>
    <dgm:pt modelId="{7584C242-2912-40E7-A958-040961C34275}" type="pres">
      <dgm:prSet presAssocID="{E774BD36-FE72-416F-A9AE-DDE40AC68F31}" presName="horz1" presStyleCnt="0"/>
      <dgm:spPr/>
    </dgm:pt>
    <dgm:pt modelId="{F9A769DF-B39B-4A31-9CFB-92C20282BADB}" type="pres">
      <dgm:prSet presAssocID="{E774BD36-FE72-416F-A9AE-DDE40AC68F31}" presName="tx1" presStyleLbl="revTx" presStyleIdx="0" presStyleCnt="2"/>
      <dgm:spPr/>
    </dgm:pt>
    <dgm:pt modelId="{EB1DA7B5-FE90-43EC-AC74-71043ABEDBBF}" type="pres">
      <dgm:prSet presAssocID="{E774BD36-FE72-416F-A9AE-DDE40AC68F31}" presName="vert1" presStyleCnt="0"/>
      <dgm:spPr/>
    </dgm:pt>
    <dgm:pt modelId="{D88200E5-FBEC-4251-880F-529E81B050AB}" type="pres">
      <dgm:prSet presAssocID="{10A643D3-3D9D-4C94-A487-D9CBE10A8568}" presName="thickLine" presStyleLbl="alignNode1" presStyleIdx="1" presStyleCnt="2"/>
      <dgm:spPr/>
    </dgm:pt>
    <dgm:pt modelId="{B26DD210-EFB2-4B2B-8307-AA116B5B7A84}" type="pres">
      <dgm:prSet presAssocID="{10A643D3-3D9D-4C94-A487-D9CBE10A8568}" presName="horz1" presStyleCnt="0"/>
      <dgm:spPr/>
    </dgm:pt>
    <dgm:pt modelId="{05FA4D7C-2DA4-4D3C-ACC6-BC6AB83212CD}" type="pres">
      <dgm:prSet presAssocID="{10A643D3-3D9D-4C94-A487-D9CBE10A8568}" presName="tx1" presStyleLbl="revTx" presStyleIdx="1" presStyleCnt="2"/>
      <dgm:spPr/>
    </dgm:pt>
    <dgm:pt modelId="{BC1FEB04-ACF6-4339-A54B-BD351A17882E}" type="pres">
      <dgm:prSet presAssocID="{10A643D3-3D9D-4C94-A487-D9CBE10A8568}" presName="vert1" presStyleCnt="0"/>
      <dgm:spPr/>
    </dgm:pt>
  </dgm:ptLst>
  <dgm:cxnLst>
    <dgm:cxn modelId="{1FA57F03-322E-48E1-A35B-2518FC40188D}" type="presOf" srcId="{7B373C31-A812-4BB7-8B3E-6503C40B045A}" destId="{D8552D18-9F0D-44B0-A0AA-1662E8BC2AD4}" srcOrd="0" destOrd="0" presId="urn:microsoft.com/office/officeart/2008/layout/LinedList"/>
    <dgm:cxn modelId="{E0A4D447-6E97-4E8D-AE6B-8245718F8607}" type="presOf" srcId="{10A643D3-3D9D-4C94-A487-D9CBE10A8568}" destId="{05FA4D7C-2DA4-4D3C-ACC6-BC6AB83212CD}" srcOrd="0" destOrd="0" presId="urn:microsoft.com/office/officeart/2008/layout/LinedList"/>
    <dgm:cxn modelId="{6E21CDC3-9E4C-4D0F-BA0E-A733600B762E}" srcId="{7B373C31-A812-4BB7-8B3E-6503C40B045A}" destId="{10A643D3-3D9D-4C94-A487-D9CBE10A8568}" srcOrd="1" destOrd="0" parTransId="{A3CECBE1-822A-4318-ACAA-FD073D68B936}" sibTransId="{E913FAE9-ABF1-4874-9146-4F64236BAF1B}"/>
    <dgm:cxn modelId="{537A1FC9-8B30-4ED2-98C9-8B25D20CF2B9}" type="presOf" srcId="{E774BD36-FE72-416F-A9AE-DDE40AC68F31}" destId="{F9A769DF-B39B-4A31-9CFB-92C20282BADB}" srcOrd="0" destOrd="0" presId="urn:microsoft.com/office/officeart/2008/layout/LinedList"/>
    <dgm:cxn modelId="{FC028DD1-373D-4DEC-BA0B-A3DD819C6216}" srcId="{7B373C31-A812-4BB7-8B3E-6503C40B045A}" destId="{E774BD36-FE72-416F-A9AE-DDE40AC68F31}" srcOrd="0" destOrd="0" parTransId="{2117EE2D-442A-4039-8715-B424B83F61F9}" sibTransId="{34CCF6BF-92A6-40DC-9C6E-CE698C366840}"/>
    <dgm:cxn modelId="{CFFB84D8-2F31-44AA-B92D-287993BCC255}" type="presParOf" srcId="{D8552D18-9F0D-44B0-A0AA-1662E8BC2AD4}" destId="{BE25A56F-2030-47BB-95B8-48B9CC77190C}" srcOrd="0" destOrd="0" presId="urn:microsoft.com/office/officeart/2008/layout/LinedList"/>
    <dgm:cxn modelId="{B376C108-657B-4594-A135-EC495F763019}" type="presParOf" srcId="{D8552D18-9F0D-44B0-A0AA-1662E8BC2AD4}" destId="{7584C242-2912-40E7-A958-040961C34275}" srcOrd="1" destOrd="0" presId="urn:microsoft.com/office/officeart/2008/layout/LinedList"/>
    <dgm:cxn modelId="{3F3BC017-5894-490B-A3AA-E8FD51968A1D}" type="presParOf" srcId="{7584C242-2912-40E7-A958-040961C34275}" destId="{F9A769DF-B39B-4A31-9CFB-92C20282BADB}" srcOrd="0" destOrd="0" presId="urn:microsoft.com/office/officeart/2008/layout/LinedList"/>
    <dgm:cxn modelId="{69B5B3F8-AFF9-4AB0-ACC9-CC5C08AC15A7}" type="presParOf" srcId="{7584C242-2912-40E7-A958-040961C34275}" destId="{EB1DA7B5-FE90-43EC-AC74-71043ABEDBBF}" srcOrd="1" destOrd="0" presId="urn:microsoft.com/office/officeart/2008/layout/LinedList"/>
    <dgm:cxn modelId="{1521DD8F-4CF0-440B-94C6-2972FCD40DD7}" type="presParOf" srcId="{D8552D18-9F0D-44B0-A0AA-1662E8BC2AD4}" destId="{D88200E5-FBEC-4251-880F-529E81B050AB}" srcOrd="2" destOrd="0" presId="urn:microsoft.com/office/officeart/2008/layout/LinedList"/>
    <dgm:cxn modelId="{61CF12A8-B853-44C5-9E8B-FDC583A42D61}" type="presParOf" srcId="{D8552D18-9F0D-44B0-A0AA-1662E8BC2AD4}" destId="{B26DD210-EFB2-4B2B-8307-AA116B5B7A84}" srcOrd="3" destOrd="0" presId="urn:microsoft.com/office/officeart/2008/layout/LinedList"/>
    <dgm:cxn modelId="{3EA6BCEB-4438-48C4-8B79-104E4EC780DA}" type="presParOf" srcId="{B26DD210-EFB2-4B2B-8307-AA116B5B7A84}" destId="{05FA4D7C-2DA4-4D3C-ACC6-BC6AB83212CD}" srcOrd="0" destOrd="0" presId="urn:microsoft.com/office/officeart/2008/layout/LinedList"/>
    <dgm:cxn modelId="{4BC3936D-EAF1-4A87-BB83-8978B9C0E808}" type="presParOf" srcId="{B26DD210-EFB2-4B2B-8307-AA116B5B7A84}" destId="{BC1FEB04-ACF6-4339-A54B-BD351A17882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CB87C6-69AA-43CD-957E-05C95AF9A465}">
      <dsp:nvSpPr>
        <dsp:cNvPr id="0" name=""/>
        <dsp:cNvSpPr/>
      </dsp:nvSpPr>
      <dsp:spPr>
        <a:xfrm>
          <a:off x="0" y="494"/>
          <a:ext cx="5291663" cy="61343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Wetenschappelijke</a:t>
          </a:r>
          <a:r>
            <a:rPr lang="en-US" sz="2800" kern="1200" dirty="0"/>
            <a:t> </a:t>
          </a:r>
          <a:r>
            <a:rPr lang="en-US" sz="2800" kern="1200" dirty="0" err="1"/>
            <a:t>Integriteit</a:t>
          </a:r>
          <a:r>
            <a:rPr lang="en-US" sz="2800" kern="1200" dirty="0"/>
            <a:t> =</a:t>
          </a:r>
        </a:p>
      </dsp:txBody>
      <dsp:txXfrm>
        <a:off x="29946" y="30440"/>
        <a:ext cx="5231771" cy="553546"/>
      </dsp:txXfrm>
    </dsp:sp>
    <dsp:sp modelId="{BDB5FBEE-9244-4B35-9C0D-5C338B0D6BF0}">
      <dsp:nvSpPr>
        <dsp:cNvPr id="0" name=""/>
        <dsp:cNvSpPr/>
      </dsp:nvSpPr>
      <dsp:spPr>
        <a:xfrm>
          <a:off x="0" y="628178"/>
          <a:ext cx="5291663" cy="613438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solidFill>
                <a:schemeClr val="tx1"/>
              </a:solidFill>
            </a:rPr>
            <a:t>Z</a:t>
          </a:r>
          <a:r>
            <a:rPr lang="en-US" sz="2300" kern="1200" dirty="0" err="1"/>
            <a:t>orgvuldig</a:t>
          </a:r>
          <a:r>
            <a:rPr lang="en-US" sz="2300" kern="1200" dirty="0"/>
            <a:t>: </a:t>
          </a:r>
          <a:r>
            <a:rPr lang="en-US" sz="2000" kern="1200" dirty="0" err="1"/>
            <a:t>vierogen-principe</a:t>
          </a:r>
          <a:endParaRPr lang="en-US" sz="2300" kern="1200" dirty="0"/>
        </a:p>
      </dsp:txBody>
      <dsp:txXfrm>
        <a:off x="29946" y="658124"/>
        <a:ext cx="5231771" cy="553546"/>
      </dsp:txXfrm>
    </dsp:sp>
    <dsp:sp modelId="{51017FE9-AA0A-4A62-A110-1F41DE18374D}">
      <dsp:nvSpPr>
        <dsp:cNvPr id="0" name=""/>
        <dsp:cNvSpPr/>
      </dsp:nvSpPr>
      <dsp:spPr>
        <a:xfrm>
          <a:off x="0" y="1255863"/>
          <a:ext cx="5291663" cy="613438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solidFill>
                <a:schemeClr val="tx1"/>
              </a:solidFill>
            </a:rPr>
            <a:t>O</a:t>
          </a:r>
          <a:r>
            <a:rPr lang="en-US" sz="2300" kern="1200" dirty="0" err="1"/>
            <a:t>nafhankelijk</a:t>
          </a:r>
          <a:r>
            <a:rPr lang="en-US" sz="2300" kern="1200" dirty="0"/>
            <a:t>: </a:t>
          </a:r>
          <a:r>
            <a:rPr lang="en-US" sz="2000" kern="1200" dirty="0" err="1">
              <a:solidFill>
                <a:schemeClr val="bg1"/>
              </a:solidFill>
            </a:rPr>
            <a:t>verstrengeling</a:t>
          </a:r>
          <a:r>
            <a:rPr lang="en-US" sz="2000" kern="1200" dirty="0">
              <a:solidFill>
                <a:schemeClr val="bg1"/>
              </a:solidFill>
            </a:rPr>
            <a:t>/</a:t>
          </a:r>
          <a:r>
            <a:rPr lang="en-US" sz="2000" kern="1200" dirty="0" err="1">
              <a:solidFill>
                <a:schemeClr val="bg1"/>
              </a:solidFill>
            </a:rPr>
            <a:t>inmenging</a:t>
          </a:r>
          <a:endParaRPr lang="en-US" sz="2000" kern="1200" dirty="0">
            <a:solidFill>
              <a:schemeClr val="bg1"/>
            </a:solidFill>
          </a:endParaRPr>
        </a:p>
      </dsp:txBody>
      <dsp:txXfrm>
        <a:off x="29946" y="1285809"/>
        <a:ext cx="5231771" cy="553546"/>
      </dsp:txXfrm>
    </dsp:sp>
    <dsp:sp modelId="{2016542D-319B-477C-B6E8-0C2A28D06BE4}">
      <dsp:nvSpPr>
        <dsp:cNvPr id="0" name=""/>
        <dsp:cNvSpPr/>
      </dsp:nvSpPr>
      <dsp:spPr>
        <a:xfrm>
          <a:off x="0" y="1883547"/>
          <a:ext cx="5291663" cy="613438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solidFill>
                <a:schemeClr val="tx1"/>
              </a:solidFill>
            </a:rPr>
            <a:t>V</a:t>
          </a:r>
          <a:r>
            <a:rPr lang="en-US" sz="2300" kern="1200" dirty="0" err="1"/>
            <a:t>erantwoordelijk</a:t>
          </a:r>
          <a:r>
            <a:rPr lang="en-US" sz="2300" kern="1200" dirty="0"/>
            <a:t>: </a:t>
          </a:r>
          <a:r>
            <a:rPr lang="en-US" sz="2000" kern="1200" dirty="0" err="1"/>
            <a:t>mens</a:t>
          </a:r>
          <a:r>
            <a:rPr lang="en-US" sz="2000" kern="1200" dirty="0"/>
            <a:t> en milieu</a:t>
          </a:r>
          <a:endParaRPr lang="en-US" sz="2300" kern="1200" dirty="0"/>
        </a:p>
      </dsp:txBody>
      <dsp:txXfrm>
        <a:off x="29946" y="1913493"/>
        <a:ext cx="5231771" cy="553546"/>
      </dsp:txXfrm>
    </dsp:sp>
    <dsp:sp modelId="{AB259190-7238-4A12-8356-FE42B5ABAD92}">
      <dsp:nvSpPr>
        <dsp:cNvPr id="0" name=""/>
        <dsp:cNvSpPr/>
      </dsp:nvSpPr>
      <dsp:spPr>
        <a:xfrm>
          <a:off x="0" y="2511231"/>
          <a:ext cx="5291663" cy="613438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solidFill>
                <a:schemeClr val="tx1"/>
              </a:solidFill>
            </a:rPr>
            <a:t>E</a:t>
          </a:r>
          <a:r>
            <a:rPr lang="en-US" sz="2300" kern="1200" dirty="0" err="1"/>
            <a:t>erlijk</a:t>
          </a:r>
          <a:r>
            <a:rPr lang="en-US" sz="2300" kern="1200" dirty="0"/>
            <a:t>: </a:t>
          </a:r>
          <a:r>
            <a:rPr lang="en-US" sz="2000" kern="1200" dirty="0" err="1"/>
            <a:t>geen</a:t>
          </a:r>
          <a:r>
            <a:rPr lang="en-US" sz="2000" kern="1200" dirty="0"/>
            <a:t> impact </a:t>
          </a:r>
          <a:r>
            <a:rPr lang="en-US" sz="2000" kern="1200" dirty="0" err="1"/>
            <a:t>belóven</a:t>
          </a:r>
          <a:endParaRPr lang="en-US" sz="2300" kern="1200" dirty="0"/>
        </a:p>
      </dsp:txBody>
      <dsp:txXfrm>
        <a:off x="29946" y="2541177"/>
        <a:ext cx="5231771" cy="553546"/>
      </dsp:txXfrm>
    </dsp:sp>
    <dsp:sp modelId="{2CBB32F0-FB36-40F4-9909-8AF6A2E5C369}">
      <dsp:nvSpPr>
        <dsp:cNvPr id="0" name=""/>
        <dsp:cNvSpPr/>
      </dsp:nvSpPr>
      <dsp:spPr>
        <a:xfrm>
          <a:off x="0" y="3138915"/>
          <a:ext cx="5291663" cy="61343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solidFill>
                <a:schemeClr val="tx1"/>
              </a:solidFill>
            </a:rPr>
            <a:t>T</a:t>
          </a:r>
          <a:r>
            <a:rPr lang="en-US" sz="2300" kern="1200" dirty="0" err="1"/>
            <a:t>ransparant</a:t>
          </a:r>
          <a:r>
            <a:rPr lang="en-US" sz="2300" kern="1200" dirty="0"/>
            <a:t>: </a:t>
          </a:r>
          <a:r>
            <a:rPr lang="en-US" sz="2000" kern="1200" dirty="0" err="1"/>
            <a:t>materialen</a:t>
          </a:r>
          <a:r>
            <a:rPr lang="en-US" sz="2000" kern="1200" dirty="0"/>
            <a:t> </a:t>
          </a:r>
          <a:r>
            <a:rPr lang="en-US" sz="2000" kern="1200" dirty="0" err="1"/>
            <a:t>delen</a:t>
          </a:r>
          <a:endParaRPr lang="en-US" sz="2300" kern="1200" dirty="0"/>
        </a:p>
      </dsp:txBody>
      <dsp:txXfrm>
        <a:off x="29946" y="3168861"/>
        <a:ext cx="5231771" cy="5535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5BEDE4-DABA-4071-821E-FB0DA57FB581}">
      <dsp:nvSpPr>
        <dsp:cNvPr id="0" name=""/>
        <dsp:cNvSpPr/>
      </dsp:nvSpPr>
      <dsp:spPr>
        <a:xfrm>
          <a:off x="0" y="295609"/>
          <a:ext cx="6666833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12420" rIns="51742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Zorg voor training voor en </a:t>
          </a:r>
          <a:r>
            <a:rPr lang="en-US" sz="1500" kern="1200" dirty="0" err="1"/>
            <a:t>goede</a:t>
          </a:r>
          <a:r>
            <a:rPr lang="en-US" sz="1500" kern="1200" dirty="0"/>
            <a:t> </a:t>
          </a:r>
          <a:r>
            <a:rPr lang="en-US" sz="1500" kern="1200" dirty="0" err="1"/>
            <a:t>supervisie</a:t>
          </a:r>
          <a:r>
            <a:rPr lang="en-US" sz="1500" kern="1200" dirty="0"/>
            <a:t> van (</a:t>
          </a:r>
          <a:r>
            <a:rPr lang="en-US" sz="1500" kern="1200" dirty="0" err="1"/>
            <a:t>beginnende</a:t>
          </a:r>
          <a:r>
            <a:rPr lang="en-US" sz="1500" kern="1200" dirty="0"/>
            <a:t>) </a:t>
          </a:r>
          <a:r>
            <a:rPr lang="en-US" sz="1500" kern="1200" dirty="0" err="1"/>
            <a:t>onderzoekers</a:t>
          </a:r>
          <a:endParaRPr lang="en-US" sz="1500" kern="1200" dirty="0"/>
        </a:p>
      </dsp:txBody>
      <dsp:txXfrm>
        <a:off x="0" y="295609"/>
        <a:ext cx="6666833" cy="850500"/>
      </dsp:txXfrm>
    </dsp:sp>
    <dsp:sp modelId="{1E9CBDFF-AF69-4C77-8559-6A0413BCE15B}">
      <dsp:nvSpPr>
        <dsp:cNvPr id="0" name=""/>
        <dsp:cNvSpPr/>
      </dsp:nvSpPr>
      <dsp:spPr>
        <a:xfrm>
          <a:off x="333341" y="74209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4.2 Training &amp; </a:t>
          </a:r>
          <a:r>
            <a:rPr lang="en-US" sz="1500" kern="1200" dirty="0" err="1"/>
            <a:t>supervisie</a:t>
          </a:r>
          <a:r>
            <a:rPr lang="en-US" sz="1500" kern="1200" dirty="0"/>
            <a:t> (1-5)</a:t>
          </a:r>
        </a:p>
      </dsp:txBody>
      <dsp:txXfrm>
        <a:off x="354957" y="95825"/>
        <a:ext cx="4623551" cy="399568"/>
      </dsp:txXfrm>
    </dsp:sp>
    <dsp:sp modelId="{229E53BE-E15D-4BCA-82DE-9B2FB2247F2C}">
      <dsp:nvSpPr>
        <dsp:cNvPr id="0" name=""/>
        <dsp:cNvSpPr/>
      </dsp:nvSpPr>
      <dsp:spPr>
        <a:xfrm>
          <a:off x="0" y="1448510"/>
          <a:ext cx="6666833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12420" rIns="51742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Zorg voor </a:t>
          </a:r>
          <a:r>
            <a:rPr lang="en-US" sz="1500" kern="1200" dirty="0" err="1"/>
            <a:t>instructies</a:t>
          </a:r>
          <a:r>
            <a:rPr lang="en-US" sz="1500" kern="1200" dirty="0"/>
            <a:t> en </a:t>
          </a:r>
          <a:r>
            <a:rPr lang="en-US" sz="1500" kern="1200" dirty="0" err="1"/>
            <a:t>hun</a:t>
          </a:r>
          <a:r>
            <a:rPr lang="en-US" sz="1500" kern="1200" dirty="0"/>
            <a:t> </a:t>
          </a:r>
          <a:r>
            <a:rPr lang="en-US" sz="1500" kern="1200" dirty="0" err="1"/>
            <a:t>naleving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Spreek</a:t>
          </a:r>
          <a:r>
            <a:rPr lang="en-US" sz="1500" kern="1200" dirty="0"/>
            <a:t> </a:t>
          </a:r>
          <a:r>
            <a:rPr lang="en-US" sz="1500" kern="1200" dirty="0" err="1"/>
            <a:t>elkaar</a:t>
          </a:r>
          <a:r>
            <a:rPr lang="en-US" sz="1500" kern="1200" dirty="0"/>
            <a:t> (aan) over </a:t>
          </a:r>
          <a:r>
            <a:rPr lang="en-US" sz="1500" kern="1200" dirty="0" err="1"/>
            <a:t>normen</a:t>
          </a:r>
          <a:endParaRPr lang="en-US" sz="1500" kern="1200" dirty="0"/>
        </a:p>
      </dsp:txBody>
      <dsp:txXfrm>
        <a:off x="0" y="1448510"/>
        <a:ext cx="6666833" cy="874125"/>
      </dsp:txXfrm>
    </dsp:sp>
    <dsp:sp modelId="{120016CC-B355-459D-99B7-60DC39196F28}">
      <dsp:nvSpPr>
        <dsp:cNvPr id="0" name=""/>
        <dsp:cNvSpPr/>
      </dsp:nvSpPr>
      <dsp:spPr>
        <a:xfrm>
          <a:off x="333341" y="1227110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4.3 </a:t>
          </a:r>
          <a:r>
            <a:rPr lang="en-US" sz="1500" kern="1200" dirty="0" err="1"/>
            <a:t>Cultuur</a:t>
          </a:r>
          <a:r>
            <a:rPr lang="en-US" sz="1500" kern="1200" dirty="0"/>
            <a:t> (6-10)</a:t>
          </a:r>
        </a:p>
      </dsp:txBody>
      <dsp:txXfrm>
        <a:off x="354957" y="1248726"/>
        <a:ext cx="4623551" cy="399568"/>
      </dsp:txXfrm>
    </dsp:sp>
    <dsp:sp modelId="{A8B5425D-7E7C-40ED-B11D-36B5A2FBD1FF}">
      <dsp:nvSpPr>
        <dsp:cNvPr id="0" name=""/>
        <dsp:cNvSpPr/>
      </dsp:nvSpPr>
      <dsp:spPr>
        <a:xfrm>
          <a:off x="0" y="2625035"/>
          <a:ext cx="6666833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12420" rIns="51742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Streef naar F.A.I.R.</a:t>
          </a:r>
        </a:p>
      </dsp:txBody>
      <dsp:txXfrm>
        <a:off x="0" y="2625035"/>
        <a:ext cx="6666833" cy="637875"/>
      </dsp:txXfrm>
    </dsp:sp>
    <dsp:sp modelId="{A48C9652-358B-4C43-BA62-E3BFEDD85B96}">
      <dsp:nvSpPr>
        <dsp:cNvPr id="0" name=""/>
        <dsp:cNvSpPr/>
      </dsp:nvSpPr>
      <dsp:spPr>
        <a:xfrm>
          <a:off x="333341" y="2403635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4.4 </a:t>
          </a:r>
          <a:r>
            <a:rPr lang="en-US" sz="1500" kern="1200" dirty="0" err="1"/>
            <a:t>Databeheer</a:t>
          </a:r>
          <a:r>
            <a:rPr lang="en-US" sz="1500" kern="1200" dirty="0"/>
            <a:t> (11-15)</a:t>
          </a:r>
        </a:p>
      </dsp:txBody>
      <dsp:txXfrm>
        <a:off x="354957" y="2425251"/>
        <a:ext cx="4623551" cy="399568"/>
      </dsp:txXfrm>
    </dsp:sp>
    <dsp:sp modelId="{3727E209-CEC2-4739-AA22-1EA1777DFEAD}">
      <dsp:nvSpPr>
        <dsp:cNvPr id="0" name=""/>
        <dsp:cNvSpPr/>
      </dsp:nvSpPr>
      <dsp:spPr>
        <a:xfrm>
          <a:off x="0" y="3565310"/>
          <a:ext cx="6666833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12420" rIns="51742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Eerlijke</a:t>
          </a:r>
          <a:r>
            <a:rPr lang="en-US" sz="1500" kern="1200" dirty="0"/>
            <a:t> </a:t>
          </a:r>
          <a:r>
            <a:rPr lang="en-US" sz="1500" kern="1200" dirty="0" err="1"/>
            <a:t>afspraken</a:t>
          </a:r>
          <a:r>
            <a:rPr lang="en-US" sz="1500" kern="1200" dirty="0"/>
            <a:t> met </a:t>
          </a:r>
          <a:r>
            <a:rPr lang="en-US" sz="1500" kern="1200" dirty="0" err="1"/>
            <a:t>opdrachtgevers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zorgvuldig</a:t>
          </a:r>
          <a:r>
            <a:rPr lang="en-US" sz="1500" kern="1200" dirty="0"/>
            <a:t> </a:t>
          </a:r>
          <a:r>
            <a:rPr lang="en-US" sz="1500" kern="1200" dirty="0" err="1"/>
            <a:t>naar</a:t>
          </a:r>
          <a:r>
            <a:rPr lang="en-US" sz="1500" kern="1200" dirty="0"/>
            <a:t> </a:t>
          </a:r>
          <a:r>
            <a:rPr lang="en-US" sz="1500" kern="1200" dirty="0" err="1"/>
            <a:t>publiek</a:t>
          </a:r>
          <a:endParaRPr lang="en-US" sz="1500" kern="1200" dirty="0"/>
        </a:p>
      </dsp:txBody>
      <dsp:txXfrm>
        <a:off x="0" y="3565310"/>
        <a:ext cx="6666833" cy="874125"/>
      </dsp:txXfrm>
    </dsp:sp>
    <dsp:sp modelId="{42FE8C2E-2952-458E-8F8F-8C3B0AAD6B3B}">
      <dsp:nvSpPr>
        <dsp:cNvPr id="0" name=""/>
        <dsp:cNvSpPr/>
      </dsp:nvSpPr>
      <dsp:spPr>
        <a:xfrm>
          <a:off x="333341" y="3343910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4.5 </a:t>
          </a:r>
          <a:r>
            <a:rPr lang="en-US" sz="1500" kern="1200" dirty="0" err="1"/>
            <a:t>Openbaarmaking</a:t>
          </a:r>
          <a:r>
            <a:rPr lang="en-US" sz="1500" kern="1200" dirty="0"/>
            <a:t> (16-17)</a:t>
          </a:r>
        </a:p>
      </dsp:txBody>
      <dsp:txXfrm>
        <a:off x="354957" y="3365526"/>
        <a:ext cx="4623551" cy="399568"/>
      </dsp:txXfrm>
    </dsp:sp>
    <dsp:sp modelId="{BA644EB8-C86D-45B5-8BF4-AE1A63EE7955}">
      <dsp:nvSpPr>
        <dsp:cNvPr id="0" name=""/>
        <dsp:cNvSpPr/>
      </dsp:nvSpPr>
      <dsp:spPr>
        <a:xfrm>
          <a:off x="0" y="4741834"/>
          <a:ext cx="6666833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12420" rIns="51742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500" kern="1200"/>
            <a:t>(goed bereikbare) ECO, VPWI, CWI</a:t>
          </a:r>
          <a:endParaRPr lang="en-US" sz="1500" kern="1200"/>
        </a:p>
      </dsp:txBody>
      <dsp:txXfrm>
        <a:off x="0" y="4741834"/>
        <a:ext cx="6666833" cy="637875"/>
      </dsp:txXfrm>
    </dsp:sp>
    <dsp:sp modelId="{47DB497B-6B52-462C-AD85-51A190C7165C}">
      <dsp:nvSpPr>
        <dsp:cNvPr id="0" name=""/>
        <dsp:cNvSpPr/>
      </dsp:nvSpPr>
      <dsp:spPr>
        <a:xfrm>
          <a:off x="333341" y="4520435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4.6 Ethische </a:t>
          </a:r>
          <a:r>
            <a:rPr lang="en-US" sz="1500" kern="1200" dirty="0" err="1"/>
            <a:t>normen</a:t>
          </a:r>
          <a:r>
            <a:rPr lang="en-US" sz="1500" kern="1200" dirty="0"/>
            <a:t> (18-21)</a:t>
          </a:r>
        </a:p>
      </dsp:txBody>
      <dsp:txXfrm>
        <a:off x="354957" y="4542051"/>
        <a:ext cx="4623551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5BEDE4-DABA-4071-821E-FB0DA57FB581}">
      <dsp:nvSpPr>
        <dsp:cNvPr id="0" name=""/>
        <dsp:cNvSpPr/>
      </dsp:nvSpPr>
      <dsp:spPr>
        <a:xfrm>
          <a:off x="0" y="252679"/>
          <a:ext cx="6666833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49936" rIns="51742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WI: </a:t>
          </a:r>
          <a:r>
            <a:rPr lang="en-US" sz="1200" kern="1200" dirty="0" err="1"/>
            <a:t>individuele</a:t>
          </a:r>
          <a:r>
            <a:rPr lang="en-US" sz="1200" kern="1200" dirty="0"/>
            <a:t> </a:t>
          </a:r>
          <a:r>
            <a:rPr lang="en-US" sz="1200" kern="1200" dirty="0" err="1"/>
            <a:t>plicht</a:t>
          </a:r>
          <a:r>
            <a:rPr lang="en-US" sz="1200" kern="1200" dirty="0"/>
            <a:t> &amp; </a:t>
          </a:r>
          <a:r>
            <a:rPr lang="en-US" sz="1200" kern="1200" dirty="0" err="1"/>
            <a:t>gemeenschappelijke</a:t>
          </a:r>
          <a:r>
            <a:rPr lang="en-US" sz="1200" kern="1200" dirty="0"/>
            <a:t> </a:t>
          </a:r>
          <a:r>
            <a:rPr lang="en-US" sz="1200" kern="1200" dirty="0" err="1"/>
            <a:t>taak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Verzorg</a:t>
          </a:r>
          <a:r>
            <a:rPr lang="en-US" sz="1200" kern="1200" dirty="0"/>
            <a:t> </a:t>
          </a:r>
          <a:r>
            <a:rPr lang="en-US" sz="1200" kern="1200" dirty="0" err="1"/>
            <a:t>voorlichting</a:t>
          </a:r>
          <a:r>
            <a:rPr lang="en-US" sz="1200" kern="1200" dirty="0"/>
            <a:t> over principes &amp; </a:t>
          </a:r>
          <a:r>
            <a:rPr lang="en-US" sz="1200" kern="1200" dirty="0" err="1"/>
            <a:t>standaarden</a:t>
          </a:r>
          <a:r>
            <a:rPr lang="en-US" sz="1200" kern="1200" dirty="0"/>
            <a:t>, van meet </a:t>
          </a:r>
          <a:r>
            <a:rPr lang="en-US" sz="1200" kern="1200" dirty="0" err="1"/>
            <a:t>af</a:t>
          </a:r>
          <a:r>
            <a:rPr lang="en-US" sz="1200" kern="1200" dirty="0"/>
            <a:t> aan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Atmosfeer</a:t>
          </a:r>
          <a:r>
            <a:rPr lang="en-US" sz="1200" kern="1200" dirty="0"/>
            <a:t> van ‘blame-free reporting’</a:t>
          </a:r>
        </a:p>
      </dsp:txBody>
      <dsp:txXfrm>
        <a:off x="0" y="252679"/>
        <a:ext cx="6666833" cy="907200"/>
      </dsp:txXfrm>
    </dsp:sp>
    <dsp:sp modelId="{1E9CBDFF-AF69-4C77-8559-6A0413BCE15B}">
      <dsp:nvSpPr>
        <dsp:cNvPr id="0" name=""/>
        <dsp:cNvSpPr/>
      </dsp:nvSpPr>
      <dsp:spPr>
        <a:xfrm>
          <a:off x="333341" y="75559"/>
          <a:ext cx="4666783" cy="3542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Cultuur</a:t>
          </a:r>
          <a:endParaRPr lang="en-US" sz="1200" kern="1200" dirty="0"/>
        </a:p>
      </dsp:txBody>
      <dsp:txXfrm>
        <a:off x="350634" y="92852"/>
        <a:ext cx="4632197" cy="319654"/>
      </dsp:txXfrm>
    </dsp:sp>
    <dsp:sp modelId="{229E53BE-E15D-4BCA-82DE-9B2FB2247F2C}">
      <dsp:nvSpPr>
        <dsp:cNvPr id="0" name=""/>
        <dsp:cNvSpPr/>
      </dsp:nvSpPr>
      <dsp:spPr>
        <a:xfrm>
          <a:off x="0" y="1401799"/>
          <a:ext cx="6666833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49936" rIns="51742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Leiders</a:t>
          </a:r>
          <a:r>
            <a:rPr lang="en-US" sz="1200" kern="1200" dirty="0"/>
            <a:t> </a:t>
          </a:r>
          <a:r>
            <a:rPr lang="en-US" sz="1200" kern="1200" dirty="0" err="1"/>
            <a:t>dienen</a:t>
          </a:r>
          <a:r>
            <a:rPr lang="en-US" sz="1200" kern="1200" dirty="0"/>
            <a:t> </a:t>
          </a:r>
          <a:r>
            <a:rPr lang="en-US" sz="1200" kern="1200" dirty="0" err="1"/>
            <a:t>standaarden</a:t>
          </a:r>
          <a:r>
            <a:rPr lang="en-US" sz="1200" kern="1200" dirty="0"/>
            <a:t> </a:t>
          </a:r>
          <a:r>
            <a:rPr lang="en-US" sz="1200" kern="1200" dirty="0" err="1"/>
            <a:t>actief</a:t>
          </a:r>
          <a:r>
            <a:rPr lang="en-US" sz="1200" kern="1200" dirty="0"/>
            <a:t> </a:t>
          </a:r>
          <a:r>
            <a:rPr lang="en-US" sz="1200" kern="1200" dirty="0" err="1"/>
            <a:t>uit</a:t>
          </a:r>
          <a:r>
            <a:rPr lang="en-US" sz="1200" kern="1200" dirty="0"/>
            <a:t> te </a:t>
          </a:r>
          <a:r>
            <a:rPr lang="en-US" sz="1200" kern="1200" dirty="0" err="1"/>
            <a:t>dragen</a:t>
          </a:r>
          <a:r>
            <a:rPr lang="en-US" sz="1200" kern="1200" dirty="0"/>
            <a:t> en training te </a:t>
          </a:r>
          <a:r>
            <a:rPr lang="en-US" sz="1200" kern="1200" dirty="0" err="1"/>
            <a:t>volgen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Veranker</a:t>
          </a:r>
          <a:r>
            <a:rPr lang="en-US" sz="1200" kern="1200" dirty="0"/>
            <a:t> WI in </a:t>
          </a:r>
          <a:r>
            <a:rPr lang="en-US" sz="1200" kern="1200" dirty="0" err="1"/>
            <a:t>visie</a:t>
          </a:r>
          <a:r>
            <a:rPr lang="en-US" sz="1200" kern="1200" dirty="0"/>
            <a:t>, </a:t>
          </a:r>
          <a:r>
            <a:rPr lang="en-US" sz="1200" kern="1200" dirty="0" err="1"/>
            <a:t>beleid</a:t>
          </a:r>
          <a:r>
            <a:rPr lang="en-US" sz="1200" kern="1200" dirty="0"/>
            <a:t> en praktijk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Bescherm</a:t>
          </a:r>
          <a:r>
            <a:rPr lang="en-US" sz="1200" kern="1200" dirty="0"/>
            <a:t> </a:t>
          </a:r>
          <a:r>
            <a:rPr lang="en-US" sz="1200" kern="1200" dirty="0" err="1"/>
            <a:t>tegen</a:t>
          </a:r>
          <a:r>
            <a:rPr lang="en-US" sz="1200" kern="1200" dirty="0"/>
            <a:t> </a:t>
          </a:r>
          <a:r>
            <a:rPr lang="en-US" sz="1200" kern="1200" dirty="0" err="1"/>
            <a:t>ongewenste</a:t>
          </a:r>
          <a:r>
            <a:rPr lang="en-US" sz="1200" kern="1200" dirty="0"/>
            <a:t> </a:t>
          </a:r>
          <a:r>
            <a:rPr lang="en-US" sz="1200" kern="1200" dirty="0" err="1"/>
            <a:t>inmenging</a:t>
          </a:r>
          <a:r>
            <a:rPr lang="en-US" sz="1200" kern="1200" dirty="0"/>
            <a:t>, van </a:t>
          </a:r>
          <a:r>
            <a:rPr lang="en-US" sz="1200" kern="1200" dirty="0" err="1"/>
            <a:t>binnen</a:t>
          </a:r>
          <a:r>
            <a:rPr lang="en-US" sz="1200" kern="1200" dirty="0"/>
            <a:t> en </a:t>
          </a:r>
          <a:r>
            <a:rPr lang="en-US" sz="1200" kern="1200" dirty="0" err="1"/>
            <a:t>buiten</a:t>
          </a:r>
          <a:r>
            <a:rPr lang="en-US" sz="1200" kern="1200" dirty="0"/>
            <a:t> HvA</a:t>
          </a:r>
        </a:p>
      </dsp:txBody>
      <dsp:txXfrm>
        <a:off x="0" y="1401799"/>
        <a:ext cx="6666833" cy="907200"/>
      </dsp:txXfrm>
    </dsp:sp>
    <dsp:sp modelId="{120016CC-B355-459D-99B7-60DC39196F28}">
      <dsp:nvSpPr>
        <dsp:cNvPr id="0" name=""/>
        <dsp:cNvSpPr/>
      </dsp:nvSpPr>
      <dsp:spPr>
        <a:xfrm>
          <a:off x="333341" y="1224679"/>
          <a:ext cx="4666783" cy="35424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Zorgplichten</a:t>
          </a:r>
          <a:endParaRPr lang="en-US" sz="1200" kern="1200" dirty="0"/>
        </a:p>
      </dsp:txBody>
      <dsp:txXfrm>
        <a:off x="350634" y="1241972"/>
        <a:ext cx="4632197" cy="319654"/>
      </dsp:txXfrm>
    </dsp:sp>
    <dsp:sp modelId="{A8B5425D-7E7C-40ED-B11D-36B5A2FBD1FF}">
      <dsp:nvSpPr>
        <dsp:cNvPr id="0" name=""/>
        <dsp:cNvSpPr/>
      </dsp:nvSpPr>
      <dsp:spPr>
        <a:xfrm>
          <a:off x="0" y="2550919"/>
          <a:ext cx="6666833" cy="132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49936" rIns="51742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Wijs</a:t>
          </a:r>
          <a:r>
            <a:rPr lang="en-US" sz="1200" kern="1200" dirty="0"/>
            <a:t> op alle </a:t>
          </a:r>
          <a:r>
            <a:rPr lang="en-US" sz="1200" kern="1200" dirty="0" err="1"/>
            <a:t>niveau’s</a:t>
          </a:r>
          <a:r>
            <a:rPr lang="en-US" sz="1200" kern="1200" dirty="0"/>
            <a:t> </a:t>
          </a:r>
          <a:r>
            <a:rPr lang="en-US" sz="1200" kern="1200" dirty="0" err="1"/>
            <a:t>expliciet</a:t>
          </a:r>
          <a:r>
            <a:rPr lang="en-US" sz="1200" kern="1200" dirty="0"/>
            <a:t> taken </a:t>
          </a:r>
          <a:r>
            <a:rPr lang="en-US" sz="1200" kern="1200" dirty="0" err="1"/>
            <a:t>t.a.v</a:t>
          </a:r>
          <a:r>
            <a:rPr lang="en-US" sz="1200" kern="1200" dirty="0"/>
            <a:t>. WI toe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Alloceer</a:t>
          </a:r>
          <a:r>
            <a:rPr lang="en-US" sz="1200" kern="1200" dirty="0"/>
            <a:t> </a:t>
          </a:r>
          <a:r>
            <a:rPr lang="en-US" sz="1200" kern="1200" dirty="0" err="1"/>
            <a:t>tijd</a:t>
          </a:r>
          <a:r>
            <a:rPr lang="en-US" sz="1200" kern="1200" dirty="0"/>
            <a:t> voor die taken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Maak </a:t>
          </a:r>
          <a:r>
            <a:rPr lang="en-US" sz="1200" kern="1200" dirty="0" err="1"/>
            <a:t>risico-analyse</a:t>
          </a:r>
          <a:r>
            <a:rPr lang="en-US" sz="1200" kern="1200" dirty="0"/>
            <a:t> m.b.t. </a:t>
          </a:r>
          <a:r>
            <a:rPr lang="en-US" sz="1200" kern="1200" dirty="0" err="1"/>
            <a:t>processen</a:t>
          </a:r>
          <a:r>
            <a:rPr lang="en-US" sz="1200" kern="1200" dirty="0"/>
            <a:t> en </a:t>
          </a:r>
          <a:r>
            <a:rPr lang="en-US" sz="1200" kern="1200" dirty="0" err="1"/>
            <a:t>functies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Zorg voor </a:t>
          </a:r>
          <a:r>
            <a:rPr lang="en-US" sz="1200" kern="1200" dirty="0" err="1"/>
            <a:t>instructies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Maak </a:t>
          </a:r>
          <a:r>
            <a:rPr lang="en-US" sz="1200" kern="1200" dirty="0" err="1"/>
            <a:t>richtlijnen</a:t>
          </a:r>
          <a:r>
            <a:rPr lang="en-US" sz="1200" kern="1200" dirty="0"/>
            <a:t> </a:t>
          </a:r>
          <a:r>
            <a:rPr lang="en-US" sz="1200" kern="1200" dirty="0" err="1"/>
            <a:t>t.a.v</a:t>
          </a:r>
          <a:r>
            <a:rPr lang="en-US" sz="1200" kern="1200" dirty="0"/>
            <a:t>. het </a:t>
          </a:r>
          <a:r>
            <a:rPr lang="en-US" sz="1200" kern="1200" dirty="0" err="1"/>
            <a:t>gebruik</a:t>
          </a:r>
          <a:r>
            <a:rPr lang="en-US" sz="1200" kern="1200" dirty="0"/>
            <a:t> van A.I .en update die</a:t>
          </a:r>
        </a:p>
      </dsp:txBody>
      <dsp:txXfrm>
        <a:off x="0" y="2550919"/>
        <a:ext cx="6666833" cy="1323000"/>
      </dsp:txXfrm>
    </dsp:sp>
    <dsp:sp modelId="{A48C9652-358B-4C43-BA62-E3BFEDD85B96}">
      <dsp:nvSpPr>
        <dsp:cNvPr id="0" name=""/>
        <dsp:cNvSpPr/>
      </dsp:nvSpPr>
      <dsp:spPr>
        <a:xfrm>
          <a:off x="333341" y="2373799"/>
          <a:ext cx="4666783" cy="35424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Beleid</a:t>
          </a:r>
          <a:r>
            <a:rPr lang="en-US" sz="1200" kern="1200" dirty="0"/>
            <a:t> en </a:t>
          </a:r>
          <a:r>
            <a:rPr lang="en-US" sz="1200" kern="1200" dirty="0" err="1"/>
            <a:t>inbedding</a:t>
          </a:r>
          <a:endParaRPr lang="en-US" sz="1200" kern="1200" dirty="0"/>
        </a:p>
      </dsp:txBody>
      <dsp:txXfrm>
        <a:off x="350634" y="2391092"/>
        <a:ext cx="4632197" cy="319654"/>
      </dsp:txXfrm>
    </dsp:sp>
    <dsp:sp modelId="{3727E209-CEC2-4739-AA22-1EA1777DFEAD}">
      <dsp:nvSpPr>
        <dsp:cNvPr id="0" name=""/>
        <dsp:cNvSpPr/>
      </dsp:nvSpPr>
      <dsp:spPr>
        <a:xfrm>
          <a:off x="0" y="4115839"/>
          <a:ext cx="6666833" cy="51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49936" rIns="51742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Eerlijke afspraken met opdrachtgevers; zorgvuldig naar publiek</a:t>
          </a:r>
        </a:p>
      </dsp:txBody>
      <dsp:txXfrm>
        <a:off x="0" y="4115839"/>
        <a:ext cx="6666833" cy="510300"/>
      </dsp:txXfrm>
    </dsp:sp>
    <dsp:sp modelId="{42FE8C2E-2952-458E-8F8F-8C3B0AAD6B3B}">
      <dsp:nvSpPr>
        <dsp:cNvPr id="0" name=""/>
        <dsp:cNvSpPr/>
      </dsp:nvSpPr>
      <dsp:spPr>
        <a:xfrm>
          <a:off x="333341" y="3938719"/>
          <a:ext cx="4666783" cy="35424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Openbaarmaking</a:t>
          </a:r>
        </a:p>
      </dsp:txBody>
      <dsp:txXfrm>
        <a:off x="350634" y="3956012"/>
        <a:ext cx="4632197" cy="319654"/>
      </dsp:txXfrm>
    </dsp:sp>
    <dsp:sp modelId="{BA644EB8-C86D-45B5-8BF4-AE1A63EE7955}">
      <dsp:nvSpPr>
        <dsp:cNvPr id="0" name=""/>
        <dsp:cNvSpPr/>
      </dsp:nvSpPr>
      <dsp:spPr>
        <a:xfrm>
          <a:off x="0" y="4868060"/>
          <a:ext cx="6666833" cy="51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49936" rIns="51742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200" kern="1200"/>
            <a:t>(goed bereikbare) ECO, VPWI, CWI</a:t>
          </a:r>
          <a:endParaRPr lang="en-US" sz="1200" kern="1200"/>
        </a:p>
      </dsp:txBody>
      <dsp:txXfrm>
        <a:off x="0" y="4868060"/>
        <a:ext cx="6666833" cy="510300"/>
      </dsp:txXfrm>
    </dsp:sp>
    <dsp:sp modelId="{47DB497B-6B52-462C-AD85-51A190C7165C}">
      <dsp:nvSpPr>
        <dsp:cNvPr id="0" name=""/>
        <dsp:cNvSpPr/>
      </dsp:nvSpPr>
      <dsp:spPr>
        <a:xfrm>
          <a:off x="333341" y="4690939"/>
          <a:ext cx="4666783" cy="3542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Ethische normen</a:t>
          </a:r>
        </a:p>
      </dsp:txBody>
      <dsp:txXfrm>
        <a:off x="350634" y="4708232"/>
        <a:ext cx="4632197" cy="319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34FB1-6172-4848-854E-A4C49D91DC54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F5400DC-A5FB-4897-AEBF-3D7F95C8739E}">
      <dsp:nvSpPr>
        <dsp:cNvPr id="0" name=""/>
        <dsp:cNvSpPr/>
      </dsp:nvSpPr>
      <dsp:spPr>
        <a:xfrm>
          <a:off x="0" y="212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1. </a:t>
          </a:r>
          <a:r>
            <a:rPr lang="en-US" sz="1800" kern="1200" dirty="0" err="1"/>
            <a:t>Leiders</a:t>
          </a:r>
          <a:r>
            <a:rPr lang="en-US" sz="1800" kern="1200" dirty="0"/>
            <a:t> </a:t>
          </a:r>
          <a:r>
            <a:rPr lang="en-US" sz="1800" kern="1200" dirty="0" err="1"/>
            <a:t>krijgen</a:t>
          </a:r>
          <a:r>
            <a:rPr lang="en-US" sz="1800" kern="1200" dirty="0"/>
            <a:t> </a:t>
          </a:r>
          <a:r>
            <a:rPr lang="en-US" sz="1800" kern="1200" dirty="0" err="1"/>
            <a:t>meer</a:t>
          </a:r>
          <a:r>
            <a:rPr lang="en-US" sz="1800" kern="1200" dirty="0"/>
            <a:t> </a:t>
          </a:r>
          <a:r>
            <a:rPr lang="en-US" sz="1800" kern="1200" dirty="0" err="1"/>
            <a:t>verantwoordelijkheid</a:t>
          </a:r>
          <a:r>
            <a:rPr lang="en-US" sz="1800" kern="1200" dirty="0"/>
            <a:t> (</a:t>
          </a:r>
          <a:r>
            <a:rPr lang="en-US" sz="1800" kern="1200" dirty="0" err="1"/>
            <a:t>actief</a:t>
          </a:r>
          <a:r>
            <a:rPr lang="en-US" sz="1800" kern="1200" dirty="0"/>
            <a:t> </a:t>
          </a:r>
          <a:r>
            <a:rPr lang="en-US" sz="1800" kern="1200" dirty="0" err="1"/>
            <a:t>uitdragen</a:t>
          </a:r>
          <a:r>
            <a:rPr lang="en-US" sz="1800" kern="1200" dirty="0"/>
            <a:t>) (4.3.1.1)</a:t>
          </a:r>
        </a:p>
      </dsp:txBody>
      <dsp:txXfrm>
        <a:off x="0" y="2124"/>
        <a:ext cx="10515600" cy="395189"/>
      </dsp:txXfrm>
    </dsp:sp>
    <dsp:sp modelId="{9DB30B65-1D12-4E54-877B-246FDFF0A919}">
      <dsp:nvSpPr>
        <dsp:cNvPr id="0" name=""/>
        <dsp:cNvSpPr/>
      </dsp:nvSpPr>
      <dsp:spPr>
        <a:xfrm>
          <a:off x="0" y="39731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BFC07DC-3628-4F72-AFDF-B826CCFC6C13}">
      <dsp:nvSpPr>
        <dsp:cNvPr id="0" name=""/>
        <dsp:cNvSpPr/>
      </dsp:nvSpPr>
      <dsp:spPr>
        <a:xfrm>
          <a:off x="0" y="39731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2. </a:t>
          </a:r>
          <a:r>
            <a:rPr lang="en-US" sz="1800" kern="1200" dirty="0" err="1"/>
            <a:t>Expliciteer</a:t>
          </a:r>
          <a:r>
            <a:rPr lang="en-US" sz="1800" kern="1200" dirty="0"/>
            <a:t> </a:t>
          </a:r>
          <a:r>
            <a:rPr lang="en-US" sz="1800" kern="1200" dirty="0" err="1"/>
            <a:t>verantwoordelijkheden</a:t>
          </a:r>
          <a:r>
            <a:rPr lang="en-US" sz="1800" kern="1200" dirty="0"/>
            <a:t> en </a:t>
          </a:r>
          <a:r>
            <a:rPr lang="en-US" sz="1800" kern="1200" dirty="0" err="1"/>
            <a:t>tijd</a:t>
          </a:r>
          <a:r>
            <a:rPr lang="en-US" sz="1800" kern="1200" dirty="0"/>
            <a:t> op alle </a:t>
          </a:r>
          <a:r>
            <a:rPr lang="en-US" sz="1800" kern="1200" dirty="0" err="1"/>
            <a:t>niveau’s</a:t>
          </a:r>
          <a:r>
            <a:rPr lang="en-US" sz="1800" kern="1200" dirty="0"/>
            <a:t> (4.3.2.4/5)</a:t>
          </a:r>
        </a:p>
      </dsp:txBody>
      <dsp:txXfrm>
        <a:off x="0" y="397314"/>
        <a:ext cx="10515600" cy="395189"/>
      </dsp:txXfrm>
    </dsp:sp>
    <dsp:sp modelId="{F27E9E82-6775-4827-B792-700F7D1D574F}">
      <dsp:nvSpPr>
        <dsp:cNvPr id="0" name=""/>
        <dsp:cNvSpPr/>
      </dsp:nvSpPr>
      <dsp:spPr>
        <a:xfrm>
          <a:off x="0" y="79250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7FF4C93-0B3C-4C39-9F70-298974775E3B}">
      <dsp:nvSpPr>
        <dsp:cNvPr id="0" name=""/>
        <dsp:cNvSpPr/>
      </dsp:nvSpPr>
      <dsp:spPr>
        <a:xfrm>
          <a:off x="0" y="79250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3. Maak </a:t>
          </a:r>
          <a:r>
            <a:rPr lang="en-US" sz="1800" kern="1200" dirty="0" err="1"/>
            <a:t>richtlijnen</a:t>
          </a:r>
          <a:r>
            <a:rPr lang="en-US" sz="1800" kern="1200" dirty="0"/>
            <a:t> voor A.I.-</a:t>
          </a:r>
          <a:r>
            <a:rPr lang="en-US" sz="1800" kern="1200" dirty="0" err="1"/>
            <a:t>gebruik</a:t>
          </a:r>
          <a:r>
            <a:rPr lang="en-US" sz="1800" kern="1200" dirty="0"/>
            <a:t> (4.3.2.9)</a:t>
          </a:r>
        </a:p>
      </dsp:txBody>
      <dsp:txXfrm>
        <a:off x="0" y="792504"/>
        <a:ext cx="10515600" cy="395189"/>
      </dsp:txXfrm>
    </dsp:sp>
    <dsp:sp modelId="{19D38AB4-8FF0-4E0E-A833-7B9DBEA445AB}">
      <dsp:nvSpPr>
        <dsp:cNvPr id="0" name=""/>
        <dsp:cNvSpPr/>
      </dsp:nvSpPr>
      <dsp:spPr>
        <a:xfrm>
          <a:off x="0" y="118769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957E8F5-CE2E-4D07-B714-C5CE772D84F7}">
      <dsp:nvSpPr>
        <dsp:cNvPr id="0" name=""/>
        <dsp:cNvSpPr/>
      </dsp:nvSpPr>
      <dsp:spPr>
        <a:xfrm>
          <a:off x="0" y="118769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4. Maak </a:t>
          </a:r>
          <a:r>
            <a:rPr lang="en-US" sz="1800" kern="1200" dirty="0" err="1"/>
            <a:t>nevenfuncties</a:t>
          </a:r>
          <a:r>
            <a:rPr lang="en-US" sz="1800" kern="1200" dirty="0"/>
            <a:t> en </a:t>
          </a:r>
          <a:r>
            <a:rPr lang="en-US" sz="1800" kern="1200" dirty="0" err="1"/>
            <a:t>leerstoelfinanciering</a:t>
          </a:r>
          <a:r>
            <a:rPr lang="en-US" sz="1800" kern="1200" dirty="0"/>
            <a:t> </a:t>
          </a:r>
          <a:r>
            <a:rPr lang="en-US" sz="1800" kern="1200" dirty="0" err="1"/>
            <a:t>openbaar</a:t>
          </a:r>
          <a:r>
            <a:rPr lang="en-US" sz="1800" kern="1200" dirty="0"/>
            <a:t> (4.3.2.13/14)</a:t>
          </a:r>
        </a:p>
      </dsp:txBody>
      <dsp:txXfrm>
        <a:off x="0" y="1187694"/>
        <a:ext cx="10515600" cy="395189"/>
      </dsp:txXfrm>
    </dsp:sp>
    <dsp:sp modelId="{E363BD51-7785-46C0-8942-B98D3BE72172}">
      <dsp:nvSpPr>
        <dsp:cNvPr id="0" name=""/>
        <dsp:cNvSpPr/>
      </dsp:nvSpPr>
      <dsp:spPr>
        <a:xfrm>
          <a:off x="0" y="158288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3BEBF65-B02B-4FC4-B580-21C550010760}">
      <dsp:nvSpPr>
        <dsp:cNvPr id="0" name=""/>
        <dsp:cNvSpPr/>
      </dsp:nvSpPr>
      <dsp:spPr>
        <a:xfrm>
          <a:off x="0" y="158288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5. Maak </a:t>
          </a:r>
          <a:r>
            <a:rPr lang="en-US" sz="1800" kern="1200" dirty="0" err="1"/>
            <a:t>afspraken</a:t>
          </a:r>
          <a:r>
            <a:rPr lang="en-US" sz="1800" kern="1200" dirty="0"/>
            <a:t> over </a:t>
          </a:r>
          <a:r>
            <a:rPr lang="en-US" sz="1800" kern="1200" dirty="0" err="1"/>
            <a:t>terugtrekken</a:t>
          </a:r>
          <a:r>
            <a:rPr lang="en-US" sz="1800" kern="1200" dirty="0"/>
            <a:t> van </a:t>
          </a:r>
          <a:r>
            <a:rPr lang="en-US" sz="1800" kern="1200" dirty="0" err="1"/>
            <a:t>publicaties</a:t>
          </a:r>
          <a:r>
            <a:rPr lang="en-US" sz="1800" kern="1200" dirty="0"/>
            <a:t> (4.3.2.18)</a:t>
          </a:r>
        </a:p>
      </dsp:txBody>
      <dsp:txXfrm>
        <a:off x="0" y="1582884"/>
        <a:ext cx="10515600" cy="395189"/>
      </dsp:txXfrm>
    </dsp:sp>
    <dsp:sp modelId="{4864448A-F656-4B40-BDDB-B7061E6AFA8B}">
      <dsp:nvSpPr>
        <dsp:cNvPr id="0" name=""/>
        <dsp:cNvSpPr/>
      </dsp:nvSpPr>
      <dsp:spPr>
        <a:xfrm>
          <a:off x="0" y="197807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D5C7DF8-3C19-40F7-9762-8CD57CDB1936}">
      <dsp:nvSpPr>
        <dsp:cNvPr id="0" name=""/>
        <dsp:cNvSpPr/>
      </dsp:nvSpPr>
      <dsp:spPr>
        <a:xfrm>
          <a:off x="0" y="197807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6. Bied training aan </a:t>
          </a:r>
          <a:r>
            <a:rPr lang="en-US" sz="1800" kern="1200" dirty="0" err="1"/>
            <a:t>aan</a:t>
          </a:r>
          <a:r>
            <a:rPr lang="en-US" sz="1800" kern="1200" dirty="0"/>
            <a:t> </a:t>
          </a:r>
          <a:r>
            <a:rPr lang="en-US" sz="1800" kern="1200" dirty="0" err="1"/>
            <a:t>gevestigde</a:t>
          </a:r>
          <a:r>
            <a:rPr lang="en-US" sz="1800" kern="1200" dirty="0"/>
            <a:t> </a:t>
          </a:r>
          <a:r>
            <a:rPr lang="en-US" sz="1800" kern="1200" dirty="0" err="1"/>
            <a:t>onderzoekers</a:t>
          </a:r>
          <a:r>
            <a:rPr lang="en-US" sz="1800" kern="1200" dirty="0"/>
            <a:t> (4.3.3.19)</a:t>
          </a:r>
        </a:p>
      </dsp:txBody>
      <dsp:txXfrm>
        <a:off x="0" y="1978074"/>
        <a:ext cx="10515600" cy="395189"/>
      </dsp:txXfrm>
    </dsp:sp>
    <dsp:sp modelId="{8A910430-D901-4052-9579-9803D59A6B19}">
      <dsp:nvSpPr>
        <dsp:cNvPr id="0" name=""/>
        <dsp:cNvSpPr/>
      </dsp:nvSpPr>
      <dsp:spPr>
        <a:xfrm>
          <a:off x="0" y="2373263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CE54AE0-7EDB-4578-803C-DEB360CA5DC9}">
      <dsp:nvSpPr>
        <dsp:cNvPr id="0" name=""/>
        <dsp:cNvSpPr/>
      </dsp:nvSpPr>
      <dsp:spPr>
        <a:xfrm>
          <a:off x="0" y="237326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7.Neem WI op in </a:t>
          </a:r>
          <a:r>
            <a:rPr lang="en-US" sz="1800" kern="1200" dirty="0" err="1"/>
            <a:t>beoordelings</a:t>
          </a:r>
          <a:r>
            <a:rPr lang="en-US" sz="1800" kern="1200" dirty="0"/>
            <a:t>- en </a:t>
          </a:r>
          <a:r>
            <a:rPr lang="en-US" sz="1800" kern="1200" dirty="0" err="1"/>
            <a:t>functioneringsgesprekken</a:t>
          </a:r>
          <a:r>
            <a:rPr lang="en-US" sz="1800" kern="1200" dirty="0"/>
            <a:t> (4.3.3.22)</a:t>
          </a:r>
        </a:p>
      </dsp:txBody>
      <dsp:txXfrm>
        <a:off x="0" y="2373263"/>
        <a:ext cx="10515600" cy="395189"/>
      </dsp:txXfrm>
    </dsp:sp>
    <dsp:sp modelId="{DE6DDD2F-0F06-45A3-AF2D-5F052A52455A}">
      <dsp:nvSpPr>
        <dsp:cNvPr id="0" name=""/>
        <dsp:cNvSpPr/>
      </dsp:nvSpPr>
      <dsp:spPr>
        <a:xfrm>
          <a:off x="0" y="2768453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C50FC59-95CC-4FAC-83E7-8E03EFBA1207}">
      <dsp:nvSpPr>
        <dsp:cNvPr id="0" name=""/>
        <dsp:cNvSpPr/>
      </dsp:nvSpPr>
      <dsp:spPr>
        <a:xfrm>
          <a:off x="0" y="276845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8. </a:t>
          </a:r>
          <a:r>
            <a:rPr lang="en-US" sz="1800" kern="1200" dirty="0" err="1"/>
            <a:t>Organiseer</a:t>
          </a:r>
          <a:r>
            <a:rPr lang="en-US" sz="1800" kern="1200" dirty="0"/>
            <a:t> </a:t>
          </a:r>
          <a:r>
            <a:rPr lang="en-US" sz="1800" kern="1200" dirty="0" err="1"/>
            <a:t>regelmatig</a:t>
          </a:r>
          <a:r>
            <a:rPr lang="en-US" sz="1800" kern="1200" dirty="0"/>
            <a:t> </a:t>
          </a:r>
          <a:r>
            <a:rPr lang="en-US" sz="1800" kern="1200" dirty="0" err="1"/>
            <a:t>gesprekken</a:t>
          </a:r>
          <a:r>
            <a:rPr lang="en-US" sz="1800" kern="1200" dirty="0"/>
            <a:t> over WI (4.3.3.23)</a:t>
          </a:r>
        </a:p>
      </dsp:txBody>
      <dsp:txXfrm>
        <a:off x="0" y="2768453"/>
        <a:ext cx="10515600" cy="395189"/>
      </dsp:txXfrm>
    </dsp:sp>
    <dsp:sp modelId="{6C44127D-0D17-4B2C-A94E-3334143A5EBA}">
      <dsp:nvSpPr>
        <dsp:cNvPr id="0" name=""/>
        <dsp:cNvSpPr/>
      </dsp:nvSpPr>
      <dsp:spPr>
        <a:xfrm>
          <a:off x="0" y="3163643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FA0F4A0-5F75-4FE9-BE06-38998C8A9F9F}">
      <dsp:nvSpPr>
        <dsp:cNvPr id="0" name=""/>
        <dsp:cNvSpPr/>
      </dsp:nvSpPr>
      <dsp:spPr>
        <a:xfrm>
          <a:off x="0" y="316364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9. Maak </a:t>
          </a:r>
          <a:r>
            <a:rPr lang="en-US" sz="1800" kern="1200" dirty="0" err="1"/>
            <a:t>rol</a:t>
          </a:r>
          <a:r>
            <a:rPr lang="en-US" sz="1800" kern="1200" dirty="0"/>
            <a:t> VPWI </a:t>
          </a:r>
          <a:r>
            <a:rPr lang="en-US" sz="1800" kern="1200" dirty="0" err="1"/>
            <a:t>duidelijker</a:t>
          </a:r>
          <a:r>
            <a:rPr lang="en-US" sz="1800" kern="1200" dirty="0"/>
            <a:t> (</a:t>
          </a:r>
          <a:r>
            <a:rPr lang="en-US" sz="1800" kern="1200" dirty="0" err="1"/>
            <a:t>vragen</a:t>
          </a:r>
          <a:r>
            <a:rPr lang="en-US" sz="1800" kern="1200" dirty="0"/>
            <a:t>, </a:t>
          </a:r>
          <a:r>
            <a:rPr lang="en-US" sz="1800" kern="1200" dirty="0" err="1"/>
            <a:t>zorgen</a:t>
          </a:r>
          <a:r>
            <a:rPr lang="en-US" sz="1800" kern="1200" dirty="0"/>
            <a:t>, </a:t>
          </a:r>
          <a:r>
            <a:rPr lang="en-US" sz="1800" kern="1200" dirty="0" err="1"/>
            <a:t>advies</a:t>
          </a:r>
          <a:r>
            <a:rPr lang="en-US" sz="1800" kern="1200" dirty="0"/>
            <a:t>) (4.3.4.24)</a:t>
          </a:r>
        </a:p>
      </dsp:txBody>
      <dsp:txXfrm>
        <a:off x="0" y="3163643"/>
        <a:ext cx="10515600" cy="395189"/>
      </dsp:txXfrm>
    </dsp:sp>
    <dsp:sp modelId="{8AB99C4C-4BEE-4268-A2B5-4A6B9692A93F}">
      <dsp:nvSpPr>
        <dsp:cNvPr id="0" name=""/>
        <dsp:cNvSpPr/>
      </dsp:nvSpPr>
      <dsp:spPr>
        <a:xfrm>
          <a:off x="0" y="3558833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F8E7B57-DA8F-4D77-93AB-492914DFCF47}">
      <dsp:nvSpPr>
        <dsp:cNvPr id="0" name=""/>
        <dsp:cNvSpPr/>
      </dsp:nvSpPr>
      <dsp:spPr>
        <a:xfrm>
          <a:off x="0" y="355883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10. Leg </a:t>
          </a:r>
          <a:r>
            <a:rPr lang="en-US" sz="1800" kern="1200" dirty="0" err="1"/>
            <a:t>verantwoording</a:t>
          </a:r>
          <a:r>
            <a:rPr lang="en-US" sz="1800" kern="1200" dirty="0"/>
            <a:t> </a:t>
          </a:r>
          <a:r>
            <a:rPr lang="en-US" sz="1800" kern="1200" dirty="0" err="1"/>
            <a:t>af</a:t>
          </a:r>
          <a:r>
            <a:rPr lang="en-US" sz="1800" kern="1200" dirty="0"/>
            <a:t> over WI-</a:t>
          </a:r>
          <a:r>
            <a:rPr lang="en-US" sz="1800" kern="1200" dirty="0" err="1"/>
            <a:t>zorgplichten</a:t>
          </a:r>
          <a:r>
            <a:rPr lang="en-US" sz="1800" kern="1200" dirty="0"/>
            <a:t> in </a:t>
          </a:r>
          <a:r>
            <a:rPr lang="en-US" sz="1800" kern="1200" dirty="0" err="1"/>
            <a:t>jaarrapportages</a:t>
          </a:r>
          <a:r>
            <a:rPr lang="en-US" sz="1800" kern="1200" dirty="0"/>
            <a:t> (4.3.5.29)</a:t>
          </a:r>
        </a:p>
      </dsp:txBody>
      <dsp:txXfrm>
        <a:off x="0" y="3558833"/>
        <a:ext cx="10515600" cy="395189"/>
      </dsp:txXfrm>
    </dsp:sp>
    <dsp:sp modelId="{40352907-5C08-4C91-B345-D5095DF84B98}">
      <dsp:nvSpPr>
        <dsp:cNvPr id="0" name=""/>
        <dsp:cNvSpPr/>
      </dsp:nvSpPr>
      <dsp:spPr>
        <a:xfrm>
          <a:off x="0" y="3954023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4D3C0E-2CF1-4C76-9F59-4BDA59E99C3F}">
      <dsp:nvSpPr>
        <dsp:cNvPr id="0" name=""/>
        <dsp:cNvSpPr/>
      </dsp:nvSpPr>
      <dsp:spPr>
        <a:xfrm>
          <a:off x="0" y="395402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11. </a:t>
          </a:r>
          <a:r>
            <a:rPr lang="en-US" sz="1800" kern="1200" dirty="0"/>
            <a:t>Zorg </a:t>
          </a:r>
          <a:r>
            <a:rPr lang="en-US" sz="1800" kern="1200" dirty="0" err="1"/>
            <a:t>dat</a:t>
          </a:r>
          <a:r>
            <a:rPr lang="en-US" sz="1800" kern="1200" dirty="0"/>
            <a:t> WI-</a:t>
          </a:r>
          <a:r>
            <a:rPr lang="en-US" sz="1800" kern="1200" dirty="0" err="1"/>
            <a:t>functionarissen</a:t>
          </a:r>
          <a:r>
            <a:rPr lang="en-US" sz="1800" kern="1200" dirty="0"/>
            <a:t> </a:t>
          </a:r>
          <a:r>
            <a:rPr lang="en-US" sz="1800" kern="1200" dirty="0" err="1"/>
            <a:t>gesprekspartner</a:t>
          </a:r>
          <a:r>
            <a:rPr lang="en-US" sz="1800" kern="1200" dirty="0"/>
            <a:t> </a:t>
          </a:r>
          <a:r>
            <a:rPr lang="en-US" sz="1800" kern="1200" dirty="0" err="1"/>
            <a:t>zijn</a:t>
          </a:r>
          <a:r>
            <a:rPr lang="en-US" sz="1800" kern="1200" dirty="0"/>
            <a:t> van </a:t>
          </a:r>
          <a:r>
            <a:rPr lang="en-US" sz="1800" kern="1200" dirty="0" err="1"/>
            <a:t>bestuurders</a:t>
          </a:r>
          <a:r>
            <a:rPr lang="en-US" sz="1800" kern="1200" dirty="0"/>
            <a:t> (4.3.5.32) </a:t>
          </a:r>
        </a:p>
      </dsp:txBody>
      <dsp:txXfrm>
        <a:off x="0" y="3954023"/>
        <a:ext cx="10515600" cy="3951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25A56F-2030-47BB-95B8-48B9CC77190C}">
      <dsp:nvSpPr>
        <dsp:cNvPr id="0" name=""/>
        <dsp:cNvSpPr/>
      </dsp:nvSpPr>
      <dsp:spPr>
        <a:xfrm>
          <a:off x="0" y="0"/>
          <a:ext cx="625111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9A769DF-B39B-4A31-9CFB-92C20282BADB}">
      <dsp:nvSpPr>
        <dsp:cNvPr id="0" name=""/>
        <dsp:cNvSpPr/>
      </dsp:nvSpPr>
      <dsp:spPr>
        <a:xfrm>
          <a:off x="0" y="0"/>
          <a:ext cx="6251110" cy="17419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bg1"/>
              </a:solidFill>
            </a:rPr>
            <a:t>Hoe </a:t>
          </a:r>
          <a:r>
            <a:rPr lang="en-US" sz="3400" kern="1200" dirty="0" err="1">
              <a:solidFill>
                <a:schemeClr val="bg1"/>
              </a:solidFill>
            </a:rPr>
            <a:t>vaak</a:t>
          </a:r>
          <a:r>
            <a:rPr lang="en-US" sz="3400" kern="1200" dirty="0">
              <a:solidFill>
                <a:schemeClr val="bg1"/>
              </a:solidFill>
            </a:rPr>
            <a:t> </a:t>
          </a:r>
          <a:r>
            <a:rPr lang="en-US" sz="3400" kern="1200" dirty="0" err="1">
              <a:solidFill>
                <a:schemeClr val="bg1"/>
              </a:solidFill>
            </a:rPr>
            <a:t>deelde</a:t>
          </a:r>
          <a:r>
            <a:rPr lang="en-US" sz="3400" kern="1200" dirty="0">
              <a:solidFill>
                <a:schemeClr val="bg1"/>
              </a:solidFill>
            </a:rPr>
            <a:t>, in het </a:t>
          </a:r>
          <a:r>
            <a:rPr lang="en-US" sz="3400" kern="1200" dirty="0" err="1">
              <a:solidFill>
                <a:schemeClr val="bg1"/>
              </a:solidFill>
            </a:rPr>
            <a:t>laatste</a:t>
          </a:r>
          <a:r>
            <a:rPr lang="en-US" sz="3400" kern="1200" dirty="0">
              <a:solidFill>
                <a:schemeClr val="bg1"/>
              </a:solidFill>
            </a:rPr>
            <a:t> half </a:t>
          </a:r>
          <a:r>
            <a:rPr lang="en-US" sz="3400" kern="1200" dirty="0" err="1">
              <a:solidFill>
                <a:schemeClr val="bg1"/>
              </a:solidFill>
            </a:rPr>
            <a:t>jaar</a:t>
          </a:r>
          <a:r>
            <a:rPr lang="en-US" sz="3400" kern="1200" dirty="0">
              <a:solidFill>
                <a:schemeClr val="bg1"/>
              </a:solidFill>
            </a:rPr>
            <a:t>, </a:t>
          </a:r>
          <a:r>
            <a:rPr lang="en-US" sz="3400" kern="1200" dirty="0" err="1">
              <a:solidFill>
                <a:schemeClr val="bg1"/>
              </a:solidFill>
            </a:rPr>
            <a:t>een</a:t>
          </a:r>
          <a:r>
            <a:rPr lang="en-US" sz="3400" kern="1200" dirty="0">
              <a:solidFill>
                <a:schemeClr val="bg1"/>
              </a:solidFill>
            </a:rPr>
            <a:t> </a:t>
          </a:r>
          <a:r>
            <a:rPr lang="en-US" sz="3400" kern="1200" dirty="0" err="1">
              <a:solidFill>
                <a:schemeClr val="bg1"/>
              </a:solidFill>
            </a:rPr>
            <a:t>onderzoeker</a:t>
          </a:r>
          <a:r>
            <a:rPr lang="en-US" sz="3400" kern="1200" dirty="0">
              <a:solidFill>
                <a:schemeClr val="bg1"/>
              </a:solidFill>
            </a:rPr>
            <a:t> met </a:t>
          </a:r>
          <a:r>
            <a:rPr lang="en-US" sz="3400" kern="1200" dirty="0" err="1">
              <a:solidFill>
                <a:schemeClr val="bg1"/>
              </a:solidFill>
            </a:rPr>
            <a:t>jou</a:t>
          </a:r>
          <a:r>
            <a:rPr lang="en-US" sz="3400" kern="1200" dirty="0">
              <a:solidFill>
                <a:schemeClr val="bg1"/>
              </a:solidFill>
            </a:rPr>
            <a:t> </a:t>
          </a:r>
          <a:r>
            <a:rPr lang="en-US" sz="3400" kern="1200" dirty="0" err="1">
              <a:solidFill>
                <a:schemeClr val="bg1"/>
              </a:solidFill>
            </a:rPr>
            <a:t>een</a:t>
          </a:r>
          <a:r>
            <a:rPr lang="en-US" sz="3400" kern="1200" dirty="0">
              <a:solidFill>
                <a:schemeClr val="bg1"/>
              </a:solidFill>
            </a:rPr>
            <a:t> </a:t>
          </a:r>
          <a:r>
            <a:rPr lang="en-US" sz="3400" kern="1200" dirty="0" err="1">
              <a:solidFill>
                <a:schemeClr val="bg1"/>
              </a:solidFill>
            </a:rPr>
            <a:t>onderzoeksdilemma</a:t>
          </a:r>
          <a:r>
            <a:rPr lang="en-US" sz="3400" kern="1200" dirty="0">
              <a:solidFill>
                <a:schemeClr val="bg1"/>
              </a:solidFill>
            </a:rPr>
            <a:t>?</a:t>
          </a:r>
        </a:p>
      </dsp:txBody>
      <dsp:txXfrm>
        <a:off x="0" y="0"/>
        <a:ext cx="6251110" cy="1741931"/>
      </dsp:txXfrm>
    </dsp:sp>
    <dsp:sp modelId="{D88200E5-FBEC-4251-880F-529E81B050AB}">
      <dsp:nvSpPr>
        <dsp:cNvPr id="0" name=""/>
        <dsp:cNvSpPr/>
      </dsp:nvSpPr>
      <dsp:spPr>
        <a:xfrm>
          <a:off x="0" y="1741931"/>
          <a:ext cx="625111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5FA4D7C-2DA4-4D3C-ACC6-BC6AB83212CD}">
      <dsp:nvSpPr>
        <dsp:cNvPr id="0" name=""/>
        <dsp:cNvSpPr/>
      </dsp:nvSpPr>
      <dsp:spPr>
        <a:xfrm>
          <a:off x="0" y="1741931"/>
          <a:ext cx="6251110" cy="17419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bg1"/>
              </a:solidFill>
            </a:rPr>
            <a:t>Hoe </a:t>
          </a:r>
          <a:r>
            <a:rPr lang="en-US" sz="3400" kern="1200" dirty="0" err="1">
              <a:solidFill>
                <a:schemeClr val="bg1"/>
              </a:solidFill>
            </a:rPr>
            <a:t>vaak</a:t>
          </a:r>
          <a:r>
            <a:rPr lang="en-US" sz="3400" kern="1200" dirty="0">
              <a:solidFill>
                <a:schemeClr val="bg1"/>
              </a:solidFill>
            </a:rPr>
            <a:t> </a:t>
          </a:r>
          <a:r>
            <a:rPr lang="en-US" sz="3400" kern="1200" dirty="0" err="1">
              <a:solidFill>
                <a:schemeClr val="bg1"/>
              </a:solidFill>
            </a:rPr>
            <a:t>besprak</a:t>
          </a:r>
          <a:r>
            <a:rPr lang="en-US" sz="3400" kern="1200" dirty="0">
              <a:solidFill>
                <a:schemeClr val="bg1"/>
              </a:solidFill>
            </a:rPr>
            <a:t>, in het </a:t>
          </a:r>
          <a:r>
            <a:rPr lang="en-US" sz="3400" kern="1200" dirty="0" err="1">
              <a:solidFill>
                <a:schemeClr val="bg1"/>
              </a:solidFill>
            </a:rPr>
            <a:t>laatste</a:t>
          </a:r>
          <a:r>
            <a:rPr lang="en-US" sz="3400" kern="1200" dirty="0">
              <a:solidFill>
                <a:schemeClr val="bg1"/>
              </a:solidFill>
            </a:rPr>
            <a:t> half </a:t>
          </a:r>
          <a:r>
            <a:rPr lang="en-US" sz="3400" kern="1200" dirty="0" err="1">
              <a:solidFill>
                <a:schemeClr val="bg1"/>
              </a:solidFill>
            </a:rPr>
            <a:t>jaar</a:t>
          </a:r>
          <a:r>
            <a:rPr lang="en-US" sz="3400" kern="1200" dirty="0">
              <a:solidFill>
                <a:schemeClr val="bg1"/>
              </a:solidFill>
            </a:rPr>
            <a:t>, </a:t>
          </a:r>
          <a:r>
            <a:rPr lang="en-US" sz="3400" kern="1200" dirty="0" err="1">
              <a:solidFill>
                <a:schemeClr val="bg1"/>
              </a:solidFill>
            </a:rPr>
            <a:t>een</a:t>
          </a:r>
          <a:r>
            <a:rPr lang="en-US" sz="3400" kern="1200" dirty="0">
              <a:solidFill>
                <a:schemeClr val="bg1"/>
              </a:solidFill>
            </a:rPr>
            <a:t> </a:t>
          </a:r>
          <a:r>
            <a:rPr lang="en-US" sz="3400" kern="1200" dirty="0" err="1">
              <a:solidFill>
                <a:schemeClr val="bg1"/>
              </a:solidFill>
            </a:rPr>
            <a:t>onderzoeker</a:t>
          </a:r>
          <a:r>
            <a:rPr lang="en-US" sz="3400" kern="1200" dirty="0">
              <a:solidFill>
                <a:schemeClr val="bg1"/>
              </a:solidFill>
            </a:rPr>
            <a:t> met </a:t>
          </a:r>
          <a:r>
            <a:rPr lang="en-US" sz="3400" kern="1200" dirty="0" err="1">
              <a:solidFill>
                <a:schemeClr val="bg1"/>
              </a:solidFill>
            </a:rPr>
            <a:t>jou</a:t>
          </a:r>
          <a:r>
            <a:rPr lang="en-US" sz="3400" kern="1200" dirty="0">
              <a:solidFill>
                <a:schemeClr val="bg1"/>
              </a:solidFill>
            </a:rPr>
            <a:t> </a:t>
          </a:r>
          <a:r>
            <a:rPr lang="en-US" sz="3400" kern="1200" dirty="0" err="1">
              <a:solidFill>
                <a:schemeClr val="bg1"/>
              </a:solidFill>
            </a:rPr>
            <a:t>een</a:t>
          </a:r>
          <a:r>
            <a:rPr lang="en-US" sz="3400" kern="1200" dirty="0">
              <a:solidFill>
                <a:schemeClr val="bg1"/>
              </a:solidFill>
            </a:rPr>
            <a:t> </a:t>
          </a:r>
          <a:r>
            <a:rPr lang="en-US" sz="3400" kern="1200" dirty="0" err="1">
              <a:solidFill>
                <a:schemeClr val="bg1"/>
              </a:solidFill>
            </a:rPr>
            <a:t>onderzoeksfout</a:t>
          </a:r>
          <a:r>
            <a:rPr lang="en-US" sz="3400" kern="1200" dirty="0"/>
            <a:t>?</a:t>
          </a:r>
        </a:p>
      </dsp:txBody>
      <dsp:txXfrm>
        <a:off x="0" y="1741931"/>
        <a:ext cx="6251110" cy="17419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FF15-AF19-DD7B-DDE1-C6B3F05C2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72424B-665E-42CA-3422-18726D3F6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442DA-C1D8-4E8E-7D55-60F94B6A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15-11-2025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4C01E-0B9A-9B10-AABF-00C001D2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5EBF2-247A-FA14-BA56-76038633B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773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40F9-D83D-8891-4A90-839DFEEB4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B7E3A-99A0-ACD8-528D-BBD3802BC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3AC34-66BE-13B2-12F7-7CAC9B3BA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15-11-2025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A7079-0D1A-622B-F34F-BD347740D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DB996-3000-8004-A5F8-3172CBCA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582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A4D5C-EB66-DA75-99DD-55AC5052E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7731D-BA06-268D-8040-CB9F994EB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179B2-4329-76E9-1DDC-5511EE5D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15-11-2025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38588-B7EF-939A-E9DE-A0B62CAE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6C751-CAD2-2D63-D6B5-3FCC89FE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4231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E8530-8386-04A7-D3B4-2F4B3660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2DED5-7165-E0A2-029C-FDAEC35B6D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F659C-AAC8-4EE9-5C07-7C84ECF72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C31A9-9A57-4D67-F4B3-34C75C9AE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15-11-2025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5609D-301D-5210-59FD-E7B408DB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22CF6-E3A7-FA39-F3B7-292C81E5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8614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615-0544-AD1D-D16D-A5FEC0D4D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39227-1206-70F0-B7EC-E6E877793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65353-BE90-2A0C-FEA2-1309BA5BB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CF73EA-C3FA-12C6-E8B7-7C003D6C29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2CC507-E9D9-DA8B-95B2-ABFD22D3B7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FA05F-E9C1-663C-8ABB-A50E1F4F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15-11-2025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7B047-D462-9C7E-A4F3-8DC997627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39CD01-120E-C18D-AC42-CF6B5257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735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49A0-73D7-E39F-98AB-B418BB37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9F354-9598-BD78-822D-7828DDC1E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15-11-2025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BC3315-5CDA-F896-DBDE-16806179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49FAA-7F61-3232-2BE5-409AA11B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3949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FCFB74-D23C-4AFF-80AB-FCEB598E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15-11-2025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E8C14A-D8D2-8333-7613-AC4CC658C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7608-7807-1A5A-02B4-842D7CDA3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820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848A7-793D-BD01-E464-17C0EE9E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2098D-0CAD-321A-09EE-87A99C6D0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55AE1-2CAE-E856-ECAB-195CAAFAA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3F330-B09A-E352-4B35-2385BAA25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15-11-2025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7E718-A141-2FBF-3A4D-6199D4888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B287D-322E-7115-C9F3-968CF88D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6955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0253A-5B68-9F6E-8682-B9A7C144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98E97F-82A3-77E4-EE42-AD505C85B7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4B758-38BB-E89D-4803-D1EE8E566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54FB3-CDBB-9A15-5078-BE9DD5A9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15-11-2025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917EF-C5C0-7E58-3900-75396BEAD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3B307-145D-8964-7DEE-F5A5DA18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4416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6198-C089-78FF-DFA5-63A4278E9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7E08B-2529-F4E8-32E2-0075A5334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7DB72-B204-2446-D2C0-1C387F91F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15-11-2025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AED42-9719-8293-BFCF-5BCC7BB8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0C7E5-6807-24F1-5E62-CA5CA86F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5839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115771-30BC-9F09-BA5C-1E6809F9B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2D101-9764-61B1-82BD-DDFB8EB86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A931C-CDC8-A378-9511-BF011B1AB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15-11-2025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190E0-F5F5-49EB-9EE8-C57710955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9F6AA-663E-68AE-F01A-991345A25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242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B54F3-BC7E-2069-B491-98D90BA56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3DEB6-D084-B0BF-0F75-62E792721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14F6D-1DD9-4AAF-7AC0-2942F8726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1D80D-753E-4B6E-838C-794710DA2198}" type="datetimeFigureOut">
              <a:rPr lang="nl-NL" smtClean="0"/>
              <a:t>15-11-2025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9DC24-9050-3EC9-AD93-D62E57937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23ABE-E2AB-BAB2-DA7D-63E81940F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406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98B8-71C7-D7F0-6EC7-B69950975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 err="1">
                <a:solidFill>
                  <a:schemeClr val="bg1">
                    <a:lumMod val="95000"/>
                  </a:schemeClr>
                </a:solidFill>
              </a:rPr>
              <a:t>Zorgplichten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 in de </a:t>
            </a:r>
            <a:r>
              <a:rPr lang="en-US" sz="4400" dirty="0" err="1">
                <a:solidFill>
                  <a:schemeClr val="bg1">
                    <a:lumMod val="95000"/>
                  </a:schemeClr>
                </a:solidFill>
              </a:rPr>
              <a:t>Gedragscode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4400" dirty="0" err="1">
                <a:solidFill>
                  <a:schemeClr val="bg1">
                    <a:lumMod val="95000"/>
                  </a:schemeClr>
                </a:solidFill>
              </a:rPr>
              <a:t>Wetenschappelijke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4400" dirty="0" err="1">
                <a:solidFill>
                  <a:schemeClr val="bg1">
                    <a:lumMod val="95000"/>
                  </a:schemeClr>
                </a:solidFill>
              </a:rPr>
              <a:t>Integriteit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:</a:t>
            </a:r>
            <a:br>
              <a:rPr lang="en-US" sz="44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4000" dirty="0">
                <a:solidFill>
                  <a:srgbClr val="FFC000"/>
                </a:solidFill>
              </a:rPr>
              <a:t>wat </a:t>
            </a:r>
            <a:r>
              <a:rPr lang="en-US" sz="4000" dirty="0" err="1">
                <a:solidFill>
                  <a:srgbClr val="FFC000"/>
                </a:solidFill>
              </a:rPr>
              <a:t>verandert</a:t>
            </a:r>
            <a:r>
              <a:rPr lang="en-US" sz="4000" dirty="0">
                <a:solidFill>
                  <a:srgbClr val="FFC000"/>
                </a:solidFill>
              </a:rPr>
              <a:t> er per 2026?</a:t>
            </a:r>
            <a:endParaRPr lang="nl-NL" sz="4400" dirty="0">
              <a:solidFill>
                <a:srgbClr val="FFC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8B746-8EA8-5B24-15C9-7D14A3178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0292"/>
            <a:ext cx="9144000" cy="1450639"/>
          </a:xfrm>
        </p:spPr>
        <p:txBody>
          <a:bodyPr/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Gerben ter Riet, MD PhD</a:t>
            </a:r>
          </a:p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FGSB Open Science Support Desk</a:t>
            </a:r>
          </a:p>
          <a:p>
            <a:r>
              <a:rPr lang="en-US" sz="1800" dirty="0" err="1">
                <a:solidFill>
                  <a:schemeClr val="bg1">
                    <a:lumMod val="95000"/>
                  </a:schemeClr>
                </a:solidFill>
              </a:rPr>
              <a:t>Orcid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lang="nl-NL" sz="1800" dirty="0">
                <a:solidFill>
                  <a:schemeClr val="bg1">
                    <a:lumMod val="95000"/>
                  </a:schemeClr>
                </a:solidFill>
              </a:rPr>
              <a:t>0000-0002-2231-7637</a:t>
            </a:r>
            <a:endParaRPr lang="nl-NL" sz="2000" dirty="0">
              <a:solidFill>
                <a:schemeClr val="bg1">
                  <a:lumMod val="95000"/>
                </a:schemeClr>
              </a:solidFill>
            </a:endParaRPr>
          </a:p>
          <a:p>
            <a:endParaRPr lang="nl-NL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5A2B2B4-EEFB-4D6B-5148-43FBDE5DA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887" y="119167"/>
            <a:ext cx="5715000" cy="771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534960-5A29-8AA6-4EA3-5B7128D4C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8287" y="3965798"/>
            <a:ext cx="1979797" cy="2628000"/>
          </a:xfrm>
          <a:prstGeom prst="rect">
            <a:avLst/>
          </a:prstGeom>
        </p:spPr>
      </p:pic>
      <p:pic>
        <p:nvPicPr>
          <p:cNvPr id="8" name="Picture 7" descr="A blue and black logo">
            <a:extLst>
              <a:ext uri="{FF2B5EF4-FFF2-40B4-BE49-F238E27FC236}">
                <a16:creationId xmlns:a16="http://schemas.microsoft.com/office/drawing/2014/main" id="{4679BB8F-31FD-19CB-5993-AC317C5CB5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16" y="5406364"/>
            <a:ext cx="1808446" cy="1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8D9E7-A876-3559-BF10-3E5621B31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dirty="0"/>
              <a:t>W I =  z o v e t</a:t>
            </a:r>
          </a:p>
        </p:txBody>
      </p:sp>
      <p:pic>
        <p:nvPicPr>
          <p:cNvPr id="5" name="Picture 4" descr="A group of hands holding a string&#10;&#10;AI-generated content may be incorrect.">
            <a:extLst>
              <a:ext uri="{FF2B5EF4-FFF2-40B4-BE49-F238E27FC236}">
                <a16:creationId xmlns:a16="http://schemas.microsoft.com/office/drawing/2014/main" id="{13A937D0-0912-B652-5E70-2832DD65B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160991"/>
            <a:ext cx="6903720" cy="453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22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22D2F-7D25-9AAD-5ADA-D921285EA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EFADAC-5F31-F040-C8D5-C746A347FF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38" r="29650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7788C0-D6B1-C82B-2D99-35FFDA27D4D1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58189957"/>
              </p:ext>
            </p:extLst>
          </p:nvPr>
        </p:nvGraphicFramePr>
        <p:xfrm>
          <a:off x="6417734" y="2614612"/>
          <a:ext cx="5291663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ACC568-AED2-3511-2CAA-36926C602A0C}"/>
              </a:ext>
            </a:extLst>
          </p:cNvPr>
          <p:cNvCxnSpPr/>
          <p:nvPr/>
        </p:nvCxnSpPr>
        <p:spPr>
          <a:xfrm>
            <a:off x="6615404" y="3677022"/>
            <a:ext cx="0" cy="3353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B769DD-1B43-86D4-AECD-624FDE8FEE19}"/>
              </a:ext>
            </a:extLst>
          </p:cNvPr>
          <p:cNvCxnSpPr/>
          <p:nvPr/>
        </p:nvCxnSpPr>
        <p:spPr>
          <a:xfrm>
            <a:off x="6615404" y="4305672"/>
            <a:ext cx="0" cy="3353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6A2D90-CC03-AC5C-36F0-66B094E94706}"/>
              </a:ext>
            </a:extLst>
          </p:cNvPr>
          <p:cNvCxnSpPr/>
          <p:nvPr/>
        </p:nvCxnSpPr>
        <p:spPr>
          <a:xfrm>
            <a:off x="6624268" y="4941942"/>
            <a:ext cx="0" cy="3353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011249-7437-95B3-42B7-6CD32A6B6B45}"/>
              </a:ext>
            </a:extLst>
          </p:cNvPr>
          <p:cNvCxnSpPr/>
          <p:nvPr/>
        </p:nvCxnSpPr>
        <p:spPr>
          <a:xfrm>
            <a:off x="6624268" y="5559162"/>
            <a:ext cx="0" cy="3353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57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F8C52-954B-47B8-F163-9C881317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156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 err="1">
                <a:solidFill>
                  <a:srgbClr val="FFFFFF"/>
                </a:solidFill>
              </a:rPr>
              <a:t>Zorgplichten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instellingen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2800" dirty="0">
                <a:solidFill>
                  <a:srgbClr val="FFFFFF"/>
                </a:solidFill>
              </a:rPr>
              <a:t>(NGWI 2018)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0000"/>
                </a:solidFill>
              </a:rPr>
              <a:t>21 in 5 </a:t>
            </a:r>
            <a:r>
              <a:rPr lang="en-US" sz="1800" dirty="0" err="1">
                <a:solidFill>
                  <a:srgbClr val="FF0000"/>
                </a:solidFill>
              </a:rPr>
              <a:t>paragrafen</a:t>
            </a:r>
            <a:endParaRPr lang="nl-NL" sz="1800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EB476A-FB44-40D9-43DA-35A42921C7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310026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890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07FDC-9B7C-5EE4-6420-EAFCB3C7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253A4E-B0CD-CB37-3A85-F4C39DA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D6CFE2-E816-C904-A778-9A167F0B3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6F9112-EC39-C2EA-A211-E920D4D08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73F029-DD46-9D7B-BA42-E2C5E6A2E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2C5D00-51DD-DBD7-0926-DA36F825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4AA424-6AD4-3361-3E13-8C05EFC92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B6DD51-7918-E3C6-DBB7-DFD61A864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 err="1">
                <a:solidFill>
                  <a:srgbClr val="FFFFFF"/>
                </a:solidFill>
              </a:rPr>
              <a:t>Zorgplichten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instellingen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2800" dirty="0">
                <a:solidFill>
                  <a:srgbClr val="FFFFFF"/>
                </a:solidFill>
              </a:rPr>
              <a:t>(NGWI 2026)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0000"/>
                </a:solidFill>
              </a:rPr>
              <a:t>33 in 7 </a:t>
            </a:r>
            <a:r>
              <a:rPr lang="en-US" sz="1800" dirty="0" err="1">
                <a:solidFill>
                  <a:srgbClr val="FF0000"/>
                </a:solidFill>
              </a:rPr>
              <a:t>paragrafen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800" dirty="0" err="1">
                <a:solidFill>
                  <a:srgbClr val="FF0000"/>
                </a:solidFill>
              </a:rPr>
              <a:t>toename</a:t>
            </a:r>
            <a:r>
              <a:rPr lang="en-US" sz="1800" dirty="0">
                <a:solidFill>
                  <a:srgbClr val="FF0000"/>
                </a:solidFill>
              </a:rPr>
              <a:t>: 57%</a:t>
            </a:r>
            <a:endParaRPr lang="nl-NL" sz="1800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12B43C-60E1-4D03-7012-A3B91544F0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81277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C4EF1C0-56CB-74AB-47D3-ECA3B436DB98}"/>
              </a:ext>
            </a:extLst>
          </p:cNvPr>
          <p:cNvSpPr/>
          <p:nvPr/>
        </p:nvSpPr>
        <p:spPr>
          <a:xfrm>
            <a:off x="4805992" y="4655820"/>
            <a:ext cx="6852608" cy="1548540"/>
          </a:xfrm>
          <a:prstGeom prst="roundRect">
            <a:avLst/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639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blue and green wavy surface&#10;&#10;AI-generated content may be incorrect.">
            <a:extLst>
              <a:ext uri="{FF2B5EF4-FFF2-40B4-BE49-F238E27FC236}">
                <a16:creationId xmlns:a16="http://schemas.microsoft.com/office/drawing/2014/main" id="{AD27ED75-4E0B-C805-55BC-8A0902B4C9C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729" r="9091" b="3713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CFBA2F-1B7E-954D-F2C7-795291EC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NGWI 2018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2026: (de) </a:t>
            </a:r>
            <a:r>
              <a:rPr lang="en-US" dirty="0" err="1"/>
              <a:t>verschillen</a:t>
            </a:r>
            <a:endParaRPr lang="nl-NL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674E1C-A1A4-85ED-40C8-E12B9DB827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38142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09015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36AC2-869F-2BA5-EC65-8188672F7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dirty="0" err="1">
                <a:solidFill>
                  <a:schemeClr val="bg2"/>
                </a:solidFill>
              </a:rPr>
              <a:t>Reflecteer</a:t>
            </a:r>
            <a:endParaRPr lang="nl-NL" sz="5400" dirty="0">
              <a:solidFill>
                <a:schemeClr val="bg2"/>
              </a:solidFill>
            </a:endParaRPr>
          </a:p>
        </p:txBody>
      </p:sp>
      <p:pic>
        <p:nvPicPr>
          <p:cNvPr id="6" name="Picture 5" descr="A bird flying in the air&#10;&#10;AI-generated content may be incorrect.">
            <a:extLst>
              <a:ext uri="{FF2B5EF4-FFF2-40B4-BE49-F238E27FC236}">
                <a16:creationId xmlns:a16="http://schemas.microsoft.com/office/drawing/2014/main" id="{A522174B-F670-7E23-1C9C-7201A99A3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1648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C56525-45C2-1D62-E922-31EE538300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4997588"/>
              </p:ext>
            </p:extLst>
          </p:nvPr>
        </p:nvGraphicFramePr>
        <p:xfrm>
          <a:off x="5297762" y="2706624"/>
          <a:ext cx="6251110" cy="3483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5921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472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Zorgplichten in de Gedragscode Wetenschappelijke Integriteit: wat verandert er per 2026?</vt:lpstr>
      <vt:lpstr>PowerPoint Presentation</vt:lpstr>
      <vt:lpstr>PowerPoint Presentation</vt:lpstr>
      <vt:lpstr>Zorgplichten instellingen (NGWI 2018) 21 in 5 paragrafen</vt:lpstr>
      <vt:lpstr>Zorgplichten instellingen (NGWI 2026) 33 in 7 paragrafen toename: 57%</vt:lpstr>
      <vt:lpstr>NGWI 2018  2026: (de) verschillen</vt:lpstr>
      <vt:lpstr>Reflecteer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Gerben ter Riet</dc:creator>
  <cp:lastModifiedBy>Gerben ter Riet</cp:lastModifiedBy>
  <cp:revision>2</cp:revision>
  <dcterms:created xsi:type="dcterms:W3CDTF">2025-11-14T15:01:14Z</dcterms:created>
  <dcterms:modified xsi:type="dcterms:W3CDTF">2025-11-15T10:41:50Z</dcterms:modified>
</cp:coreProperties>
</file>