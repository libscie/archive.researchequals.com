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1881376700" r:id="rId4"/>
    <p:sldId id="1881376673" r:id="rId5"/>
    <p:sldId id="1881376696" r:id="rId6"/>
    <p:sldId id="1881376701" r:id="rId7"/>
    <p:sldId id="257" r:id="rId8"/>
    <p:sldId id="258" r:id="rId9"/>
    <p:sldId id="1881376697" r:id="rId10"/>
    <p:sldId id="1881376705" r:id="rId11"/>
    <p:sldId id="1881376706" r:id="rId12"/>
    <p:sldId id="1881376699" r:id="rId13"/>
    <p:sldId id="1881376702" r:id="rId14"/>
    <p:sldId id="1881376703" r:id="rId15"/>
    <p:sldId id="386" r:id="rId16"/>
    <p:sldId id="262" r:id="rId17"/>
    <p:sldId id="1881376695" r:id="rId18"/>
    <p:sldId id="259" r:id="rId19"/>
    <p:sldId id="1881376689" r:id="rId20"/>
    <p:sldId id="1881376674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066AA-2876-4644-B6C3-4EDA45F1C326}" v="939" dt="2025-11-30T21:22:52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Critical_thinking" TargetMode="External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Critical_thinkin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69D065-FA74-4093-A928-60D0AA6B7CB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9E0E892-ADBC-4A6D-8D70-5D1B6F79EE07}">
      <dgm:prSet custT="1"/>
      <dgm:spPr/>
      <dgm:t>
        <a:bodyPr/>
        <a:lstStyle/>
        <a:p>
          <a:r>
            <a:rPr lang="en-US" sz="2800" dirty="0" err="1"/>
            <a:t>Wetenschappelijke</a:t>
          </a:r>
          <a:r>
            <a:rPr lang="en-US" sz="2800" dirty="0"/>
            <a:t> </a:t>
          </a:r>
          <a:r>
            <a:rPr lang="en-US" sz="2800" dirty="0" err="1"/>
            <a:t>Integriteit</a:t>
          </a:r>
          <a:r>
            <a:rPr lang="en-US" sz="2800" dirty="0"/>
            <a:t> =</a:t>
          </a:r>
        </a:p>
      </dgm:t>
    </dgm:pt>
    <dgm:pt modelId="{4FCDA789-BB2F-4012-8FB4-EB6881573927}" type="parTrans" cxnId="{F34F7573-DDA8-4EF3-9CA7-D718605B9A8F}">
      <dgm:prSet/>
      <dgm:spPr/>
      <dgm:t>
        <a:bodyPr/>
        <a:lstStyle/>
        <a:p>
          <a:endParaRPr lang="en-US"/>
        </a:p>
      </dgm:t>
    </dgm:pt>
    <dgm:pt modelId="{23799AF2-FE5C-4390-8FA9-DE018E492CA3}" type="sibTrans" cxnId="{F34F7573-DDA8-4EF3-9CA7-D718605B9A8F}">
      <dgm:prSet/>
      <dgm:spPr/>
      <dgm:t>
        <a:bodyPr/>
        <a:lstStyle/>
        <a:p>
          <a:endParaRPr lang="en-US"/>
        </a:p>
      </dgm:t>
    </dgm:pt>
    <dgm:pt modelId="{8E3B032C-D43A-4A0B-8613-73CB8C13D76E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Z</a:t>
          </a:r>
          <a:r>
            <a:rPr lang="en-US" sz="2300" dirty="0" err="1"/>
            <a:t>orgvuldig</a:t>
          </a:r>
          <a:r>
            <a:rPr lang="en-US" sz="2300" dirty="0"/>
            <a:t>: </a:t>
          </a:r>
          <a:r>
            <a:rPr lang="en-US" sz="2000" dirty="0" err="1"/>
            <a:t>vierogen-principe</a:t>
          </a:r>
          <a:endParaRPr lang="en-US" sz="2300" dirty="0"/>
        </a:p>
      </dgm:t>
    </dgm:pt>
    <dgm:pt modelId="{38F96513-AE4B-40C1-BECE-110E66F853CB}" type="parTrans" cxnId="{DF4AEEBC-132F-4A21-AE34-B8E09081F0CA}">
      <dgm:prSet/>
      <dgm:spPr/>
      <dgm:t>
        <a:bodyPr/>
        <a:lstStyle/>
        <a:p>
          <a:endParaRPr lang="en-US"/>
        </a:p>
      </dgm:t>
    </dgm:pt>
    <dgm:pt modelId="{AC30DE8F-4D68-4BEA-AB5C-FFFD92906E01}" type="sibTrans" cxnId="{DF4AEEBC-132F-4A21-AE34-B8E09081F0CA}">
      <dgm:prSet/>
      <dgm:spPr/>
      <dgm:t>
        <a:bodyPr/>
        <a:lstStyle/>
        <a:p>
          <a:endParaRPr lang="en-US"/>
        </a:p>
      </dgm:t>
    </dgm:pt>
    <dgm:pt modelId="{B04BEB7A-DDED-4A8D-9BAE-19F44FE2D09D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O</a:t>
          </a:r>
          <a:r>
            <a:rPr lang="en-US" sz="2300" dirty="0" err="1"/>
            <a:t>nafhankelijk</a:t>
          </a:r>
          <a:r>
            <a:rPr lang="en-US" sz="2300" dirty="0"/>
            <a:t>: </a:t>
          </a:r>
          <a:r>
            <a:rPr lang="en-US" sz="2000" dirty="0" err="1">
              <a:solidFill>
                <a:schemeClr val="bg1"/>
              </a:solidFill>
            </a:rPr>
            <a:t>verstrengeling</a:t>
          </a:r>
          <a:r>
            <a:rPr lang="en-US" sz="2000" dirty="0">
              <a:solidFill>
                <a:schemeClr val="bg1"/>
              </a:solidFill>
            </a:rPr>
            <a:t>/</a:t>
          </a:r>
          <a:r>
            <a:rPr lang="en-US" sz="2000" dirty="0" err="1">
              <a:solidFill>
                <a:schemeClr val="bg1"/>
              </a:solidFill>
            </a:rPr>
            <a:t>inmenging</a:t>
          </a:r>
          <a:endParaRPr lang="en-US" sz="2000" dirty="0">
            <a:solidFill>
              <a:schemeClr val="bg1"/>
            </a:solidFill>
          </a:endParaRPr>
        </a:p>
      </dgm:t>
    </dgm:pt>
    <dgm:pt modelId="{1415A409-9CD1-4820-A6F6-37F521418107}" type="parTrans" cxnId="{22C41DFB-DEF4-4CE5-8669-2EAD3B4E5C7F}">
      <dgm:prSet/>
      <dgm:spPr/>
      <dgm:t>
        <a:bodyPr/>
        <a:lstStyle/>
        <a:p>
          <a:endParaRPr lang="en-US"/>
        </a:p>
      </dgm:t>
    </dgm:pt>
    <dgm:pt modelId="{16DEC9B4-ACA0-4A2F-8B23-410491BC661A}" type="sibTrans" cxnId="{22C41DFB-DEF4-4CE5-8669-2EAD3B4E5C7F}">
      <dgm:prSet/>
      <dgm:spPr/>
      <dgm:t>
        <a:bodyPr/>
        <a:lstStyle/>
        <a:p>
          <a:endParaRPr lang="en-US"/>
        </a:p>
      </dgm:t>
    </dgm:pt>
    <dgm:pt modelId="{3DB40998-DEC9-4764-9066-67AB46E2B4FD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V</a:t>
          </a:r>
          <a:r>
            <a:rPr lang="en-US" sz="2300" dirty="0" err="1"/>
            <a:t>erantwoordelijk</a:t>
          </a:r>
          <a:r>
            <a:rPr lang="en-US" sz="2300" dirty="0"/>
            <a:t>: </a:t>
          </a:r>
          <a:r>
            <a:rPr lang="en-US" sz="2000" dirty="0" err="1"/>
            <a:t>mens</a:t>
          </a:r>
          <a:r>
            <a:rPr lang="en-US" sz="2000" dirty="0"/>
            <a:t> en milieu (RRI)</a:t>
          </a:r>
          <a:endParaRPr lang="en-US" sz="2300" dirty="0"/>
        </a:p>
      </dgm:t>
    </dgm:pt>
    <dgm:pt modelId="{218ADADA-2449-4E7C-91A4-1E9195864791}" type="parTrans" cxnId="{981A0C3F-3088-431D-8DD7-5504C1300B12}">
      <dgm:prSet/>
      <dgm:spPr/>
      <dgm:t>
        <a:bodyPr/>
        <a:lstStyle/>
        <a:p>
          <a:endParaRPr lang="en-US"/>
        </a:p>
      </dgm:t>
    </dgm:pt>
    <dgm:pt modelId="{119924B6-5A08-47F4-B5A5-992A7D635827}" type="sibTrans" cxnId="{981A0C3F-3088-431D-8DD7-5504C1300B12}">
      <dgm:prSet/>
      <dgm:spPr/>
      <dgm:t>
        <a:bodyPr/>
        <a:lstStyle/>
        <a:p>
          <a:endParaRPr lang="en-US"/>
        </a:p>
      </dgm:t>
    </dgm:pt>
    <dgm:pt modelId="{FA29F822-D505-4055-B01E-EC14B62DD78A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E</a:t>
          </a:r>
          <a:r>
            <a:rPr lang="en-US" sz="2300" dirty="0" err="1"/>
            <a:t>erlijk</a:t>
          </a:r>
          <a:r>
            <a:rPr lang="en-US" sz="2300" dirty="0"/>
            <a:t>: </a:t>
          </a:r>
          <a:r>
            <a:rPr lang="en-US" sz="2000" dirty="0" err="1"/>
            <a:t>geen</a:t>
          </a:r>
          <a:r>
            <a:rPr lang="en-US" sz="2000" dirty="0"/>
            <a:t> impact </a:t>
          </a:r>
          <a:r>
            <a:rPr lang="en-US" sz="2000" dirty="0" err="1"/>
            <a:t>belóven</a:t>
          </a:r>
          <a:endParaRPr lang="en-US" sz="2300" dirty="0"/>
        </a:p>
      </dgm:t>
    </dgm:pt>
    <dgm:pt modelId="{62200958-EB54-4E91-9E5F-752B79BEDED6}" type="parTrans" cxnId="{E3A8A312-EEA8-4572-B023-1F381052FB76}">
      <dgm:prSet/>
      <dgm:spPr/>
      <dgm:t>
        <a:bodyPr/>
        <a:lstStyle/>
        <a:p>
          <a:endParaRPr lang="en-US"/>
        </a:p>
      </dgm:t>
    </dgm:pt>
    <dgm:pt modelId="{FF28D5EB-477E-4B97-9514-DECCA0C1462B}" type="sibTrans" cxnId="{E3A8A312-EEA8-4572-B023-1F381052FB76}">
      <dgm:prSet/>
      <dgm:spPr/>
      <dgm:t>
        <a:bodyPr/>
        <a:lstStyle/>
        <a:p>
          <a:endParaRPr lang="en-US"/>
        </a:p>
      </dgm:t>
    </dgm:pt>
    <dgm:pt modelId="{EE0321B8-4E14-48AC-B16F-E5616853FD6A}">
      <dgm:prSet custT="1"/>
      <dgm:spPr/>
      <dgm:t>
        <a:bodyPr/>
        <a:lstStyle/>
        <a:p>
          <a:r>
            <a:rPr lang="en-US" sz="2300" b="1" dirty="0" err="1">
              <a:solidFill>
                <a:schemeClr val="tx1"/>
              </a:solidFill>
            </a:rPr>
            <a:t>T</a:t>
          </a:r>
          <a:r>
            <a:rPr lang="en-US" sz="2300" dirty="0" err="1"/>
            <a:t>ransparant</a:t>
          </a:r>
          <a:r>
            <a:rPr lang="en-US" sz="2300" dirty="0"/>
            <a:t>: </a:t>
          </a:r>
          <a:r>
            <a:rPr lang="en-US" sz="2000" dirty="0" err="1"/>
            <a:t>materialen</a:t>
          </a:r>
          <a:r>
            <a:rPr lang="en-US" sz="2000" dirty="0"/>
            <a:t> </a:t>
          </a:r>
          <a:r>
            <a:rPr lang="en-US" sz="2000" dirty="0" err="1"/>
            <a:t>delen</a:t>
          </a:r>
          <a:endParaRPr lang="en-US" sz="2300" dirty="0"/>
        </a:p>
      </dgm:t>
    </dgm:pt>
    <dgm:pt modelId="{F4656D0E-A90B-4C39-8B92-CF78D11D9EAF}" type="parTrans" cxnId="{F91173BB-583E-4BD0-AA9B-B5CDA49F1788}">
      <dgm:prSet/>
      <dgm:spPr/>
      <dgm:t>
        <a:bodyPr/>
        <a:lstStyle/>
        <a:p>
          <a:endParaRPr lang="en-US"/>
        </a:p>
      </dgm:t>
    </dgm:pt>
    <dgm:pt modelId="{BF3E5EB8-EB91-455B-AE57-EAC3981C185B}" type="sibTrans" cxnId="{F91173BB-583E-4BD0-AA9B-B5CDA49F1788}">
      <dgm:prSet/>
      <dgm:spPr/>
      <dgm:t>
        <a:bodyPr/>
        <a:lstStyle/>
        <a:p>
          <a:endParaRPr lang="en-US"/>
        </a:p>
      </dgm:t>
    </dgm:pt>
    <dgm:pt modelId="{13BD950E-F210-4214-BAC3-0EF4C0DEDD1B}" type="pres">
      <dgm:prSet presAssocID="{2569D065-FA74-4093-A928-60D0AA6B7CB1}" presName="linear" presStyleCnt="0">
        <dgm:presLayoutVars>
          <dgm:animLvl val="lvl"/>
          <dgm:resizeHandles val="exact"/>
        </dgm:presLayoutVars>
      </dgm:prSet>
      <dgm:spPr/>
    </dgm:pt>
    <dgm:pt modelId="{11CB87C6-69AA-43CD-957E-05C95AF9A465}" type="pres">
      <dgm:prSet presAssocID="{39E0E892-ADBC-4A6D-8D70-5D1B6F79EE0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414E0A7-2BF4-4DA3-9AA8-739CB935D03F}" type="pres">
      <dgm:prSet presAssocID="{23799AF2-FE5C-4390-8FA9-DE018E492CA3}" presName="spacer" presStyleCnt="0"/>
      <dgm:spPr/>
    </dgm:pt>
    <dgm:pt modelId="{BDB5FBEE-9244-4B35-9C0D-5C338B0D6BF0}" type="pres">
      <dgm:prSet presAssocID="{8E3B032C-D43A-4A0B-8613-73CB8C13D76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BCAD54D-7BA3-4B5A-BFE7-5F48F404690C}" type="pres">
      <dgm:prSet presAssocID="{AC30DE8F-4D68-4BEA-AB5C-FFFD92906E01}" presName="spacer" presStyleCnt="0"/>
      <dgm:spPr/>
    </dgm:pt>
    <dgm:pt modelId="{51017FE9-AA0A-4A62-A110-1F41DE18374D}" type="pres">
      <dgm:prSet presAssocID="{B04BEB7A-DDED-4A8D-9BAE-19F44FE2D09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D2D6F3E-32E5-40F8-AFC0-C268394D85D4}" type="pres">
      <dgm:prSet presAssocID="{16DEC9B4-ACA0-4A2F-8B23-410491BC661A}" presName="spacer" presStyleCnt="0"/>
      <dgm:spPr/>
    </dgm:pt>
    <dgm:pt modelId="{2016542D-319B-477C-B6E8-0C2A28D06BE4}" type="pres">
      <dgm:prSet presAssocID="{3DB40998-DEC9-4764-9066-67AB46E2B4F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E9F6399-D0AD-4C42-80D2-E7BC0D74C261}" type="pres">
      <dgm:prSet presAssocID="{119924B6-5A08-47F4-B5A5-992A7D635827}" presName="spacer" presStyleCnt="0"/>
      <dgm:spPr/>
    </dgm:pt>
    <dgm:pt modelId="{AB259190-7238-4A12-8356-FE42B5ABAD92}" type="pres">
      <dgm:prSet presAssocID="{FA29F822-D505-4055-B01E-EC14B62DD78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3245A36-C62F-451B-AAE8-779797DC842C}" type="pres">
      <dgm:prSet presAssocID="{FF28D5EB-477E-4B97-9514-DECCA0C1462B}" presName="spacer" presStyleCnt="0"/>
      <dgm:spPr/>
    </dgm:pt>
    <dgm:pt modelId="{2CBB32F0-FB36-40F4-9909-8AF6A2E5C369}" type="pres">
      <dgm:prSet presAssocID="{EE0321B8-4E14-48AC-B16F-E5616853FD6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3A8A312-EEA8-4572-B023-1F381052FB76}" srcId="{2569D065-FA74-4093-A928-60D0AA6B7CB1}" destId="{FA29F822-D505-4055-B01E-EC14B62DD78A}" srcOrd="4" destOrd="0" parTransId="{62200958-EB54-4E91-9E5F-752B79BEDED6}" sibTransId="{FF28D5EB-477E-4B97-9514-DECCA0C1462B}"/>
    <dgm:cxn modelId="{981A0C3F-3088-431D-8DD7-5504C1300B12}" srcId="{2569D065-FA74-4093-A928-60D0AA6B7CB1}" destId="{3DB40998-DEC9-4764-9066-67AB46E2B4FD}" srcOrd="3" destOrd="0" parTransId="{218ADADA-2449-4E7C-91A4-1E9195864791}" sibTransId="{119924B6-5A08-47F4-B5A5-992A7D635827}"/>
    <dgm:cxn modelId="{CE478243-E97D-46F6-8CF9-194B7A36E61C}" type="presOf" srcId="{EE0321B8-4E14-48AC-B16F-E5616853FD6A}" destId="{2CBB32F0-FB36-40F4-9909-8AF6A2E5C369}" srcOrd="0" destOrd="0" presId="urn:microsoft.com/office/officeart/2005/8/layout/vList2"/>
    <dgm:cxn modelId="{CB75776E-11C0-4863-A8A1-0CB16416B6C7}" type="presOf" srcId="{2569D065-FA74-4093-A928-60D0AA6B7CB1}" destId="{13BD950E-F210-4214-BAC3-0EF4C0DEDD1B}" srcOrd="0" destOrd="0" presId="urn:microsoft.com/office/officeart/2005/8/layout/vList2"/>
    <dgm:cxn modelId="{F34F7573-DDA8-4EF3-9CA7-D718605B9A8F}" srcId="{2569D065-FA74-4093-A928-60D0AA6B7CB1}" destId="{39E0E892-ADBC-4A6D-8D70-5D1B6F79EE07}" srcOrd="0" destOrd="0" parTransId="{4FCDA789-BB2F-4012-8FB4-EB6881573927}" sibTransId="{23799AF2-FE5C-4390-8FA9-DE018E492CA3}"/>
    <dgm:cxn modelId="{57B2A175-747F-4A60-A83E-C93DB171FFD8}" type="presOf" srcId="{B04BEB7A-DDED-4A8D-9BAE-19F44FE2D09D}" destId="{51017FE9-AA0A-4A62-A110-1F41DE18374D}" srcOrd="0" destOrd="0" presId="urn:microsoft.com/office/officeart/2005/8/layout/vList2"/>
    <dgm:cxn modelId="{95288381-DDBF-475F-B7F4-3357CEC162C2}" type="presOf" srcId="{3DB40998-DEC9-4764-9066-67AB46E2B4FD}" destId="{2016542D-319B-477C-B6E8-0C2A28D06BE4}" srcOrd="0" destOrd="0" presId="urn:microsoft.com/office/officeart/2005/8/layout/vList2"/>
    <dgm:cxn modelId="{B8D4758E-E45B-4D2A-9E1E-57D03657B41D}" type="presOf" srcId="{8E3B032C-D43A-4A0B-8613-73CB8C13D76E}" destId="{BDB5FBEE-9244-4B35-9C0D-5C338B0D6BF0}" srcOrd="0" destOrd="0" presId="urn:microsoft.com/office/officeart/2005/8/layout/vList2"/>
    <dgm:cxn modelId="{AE2EE0AC-4DF6-41D9-A36A-E49073BDD32E}" type="presOf" srcId="{39E0E892-ADBC-4A6D-8D70-5D1B6F79EE07}" destId="{11CB87C6-69AA-43CD-957E-05C95AF9A465}" srcOrd="0" destOrd="0" presId="urn:microsoft.com/office/officeart/2005/8/layout/vList2"/>
    <dgm:cxn modelId="{F91173BB-583E-4BD0-AA9B-B5CDA49F1788}" srcId="{2569D065-FA74-4093-A928-60D0AA6B7CB1}" destId="{EE0321B8-4E14-48AC-B16F-E5616853FD6A}" srcOrd="5" destOrd="0" parTransId="{F4656D0E-A90B-4C39-8B92-CF78D11D9EAF}" sibTransId="{BF3E5EB8-EB91-455B-AE57-EAC3981C185B}"/>
    <dgm:cxn modelId="{DF4AEEBC-132F-4A21-AE34-B8E09081F0CA}" srcId="{2569D065-FA74-4093-A928-60D0AA6B7CB1}" destId="{8E3B032C-D43A-4A0B-8613-73CB8C13D76E}" srcOrd="1" destOrd="0" parTransId="{38F96513-AE4B-40C1-BECE-110E66F853CB}" sibTransId="{AC30DE8F-4D68-4BEA-AB5C-FFFD92906E01}"/>
    <dgm:cxn modelId="{22C41DFB-DEF4-4CE5-8669-2EAD3B4E5C7F}" srcId="{2569D065-FA74-4093-A928-60D0AA6B7CB1}" destId="{B04BEB7A-DDED-4A8D-9BAE-19F44FE2D09D}" srcOrd="2" destOrd="0" parTransId="{1415A409-9CD1-4820-A6F6-37F521418107}" sibTransId="{16DEC9B4-ACA0-4A2F-8B23-410491BC661A}"/>
    <dgm:cxn modelId="{79CC7BFC-6DD3-4BD8-9D14-1279DD2BC749}" type="presOf" srcId="{FA29F822-D505-4055-B01E-EC14B62DD78A}" destId="{AB259190-7238-4A12-8356-FE42B5ABAD92}" srcOrd="0" destOrd="0" presId="urn:microsoft.com/office/officeart/2005/8/layout/vList2"/>
    <dgm:cxn modelId="{6B5F5040-1940-4A87-A143-C45BAA9D7F2E}" type="presParOf" srcId="{13BD950E-F210-4214-BAC3-0EF4C0DEDD1B}" destId="{11CB87C6-69AA-43CD-957E-05C95AF9A465}" srcOrd="0" destOrd="0" presId="urn:microsoft.com/office/officeart/2005/8/layout/vList2"/>
    <dgm:cxn modelId="{80DC5B0C-BC3A-4396-9644-76A247F64339}" type="presParOf" srcId="{13BD950E-F210-4214-BAC3-0EF4C0DEDD1B}" destId="{3414E0A7-2BF4-4DA3-9AA8-739CB935D03F}" srcOrd="1" destOrd="0" presId="urn:microsoft.com/office/officeart/2005/8/layout/vList2"/>
    <dgm:cxn modelId="{88A458EB-8C64-4C71-BF5D-27C5DCF6EF02}" type="presParOf" srcId="{13BD950E-F210-4214-BAC3-0EF4C0DEDD1B}" destId="{BDB5FBEE-9244-4B35-9C0D-5C338B0D6BF0}" srcOrd="2" destOrd="0" presId="urn:microsoft.com/office/officeart/2005/8/layout/vList2"/>
    <dgm:cxn modelId="{EE42C933-F0F3-4165-96E0-D18DD4EF7AB0}" type="presParOf" srcId="{13BD950E-F210-4214-BAC3-0EF4C0DEDD1B}" destId="{5BCAD54D-7BA3-4B5A-BFE7-5F48F404690C}" srcOrd="3" destOrd="0" presId="urn:microsoft.com/office/officeart/2005/8/layout/vList2"/>
    <dgm:cxn modelId="{64B9CB37-6234-4774-ABA7-CC53F5859019}" type="presParOf" srcId="{13BD950E-F210-4214-BAC3-0EF4C0DEDD1B}" destId="{51017FE9-AA0A-4A62-A110-1F41DE18374D}" srcOrd="4" destOrd="0" presId="urn:microsoft.com/office/officeart/2005/8/layout/vList2"/>
    <dgm:cxn modelId="{CC93AA49-1DDA-46F1-A15F-149C8B59D5B4}" type="presParOf" srcId="{13BD950E-F210-4214-BAC3-0EF4C0DEDD1B}" destId="{FD2D6F3E-32E5-40F8-AFC0-C268394D85D4}" srcOrd="5" destOrd="0" presId="urn:microsoft.com/office/officeart/2005/8/layout/vList2"/>
    <dgm:cxn modelId="{0FB8D481-7CCB-4C00-8610-0DB5DFEF1D20}" type="presParOf" srcId="{13BD950E-F210-4214-BAC3-0EF4C0DEDD1B}" destId="{2016542D-319B-477C-B6E8-0C2A28D06BE4}" srcOrd="6" destOrd="0" presId="urn:microsoft.com/office/officeart/2005/8/layout/vList2"/>
    <dgm:cxn modelId="{D2F2BD5D-5512-4993-B709-502969DB20D1}" type="presParOf" srcId="{13BD950E-F210-4214-BAC3-0EF4C0DEDD1B}" destId="{BE9F6399-D0AD-4C42-80D2-E7BC0D74C261}" srcOrd="7" destOrd="0" presId="urn:microsoft.com/office/officeart/2005/8/layout/vList2"/>
    <dgm:cxn modelId="{236926C2-2D9D-4260-B4DF-FB01981489A2}" type="presParOf" srcId="{13BD950E-F210-4214-BAC3-0EF4C0DEDD1B}" destId="{AB259190-7238-4A12-8356-FE42B5ABAD92}" srcOrd="8" destOrd="0" presId="urn:microsoft.com/office/officeart/2005/8/layout/vList2"/>
    <dgm:cxn modelId="{09005287-DD7F-4956-9184-989F09B87C25}" type="presParOf" srcId="{13BD950E-F210-4214-BAC3-0EF4C0DEDD1B}" destId="{23245A36-C62F-451B-AAE8-779797DC842C}" srcOrd="9" destOrd="0" presId="urn:microsoft.com/office/officeart/2005/8/layout/vList2"/>
    <dgm:cxn modelId="{789D4000-1479-49C0-BC59-D626D9C0F4B2}" type="presParOf" srcId="{13BD950E-F210-4214-BAC3-0EF4C0DEDD1B}" destId="{2CBB32F0-FB36-40F4-9909-8AF6A2E5C36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DB2AF7-7E0A-4F71-975C-10C2C2DF61E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43186D-561A-44BF-8F20-B3DA879AF524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Leiderschap</a:t>
          </a:r>
          <a:r>
            <a:rPr lang="en-US" dirty="0">
              <a:solidFill>
                <a:schemeClr val="tx1"/>
              </a:solidFill>
            </a:rPr>
            <a:t> en </a:t>
          </a:r>
          <a:r>
            <a:rPr lang="en-US" dirty="0" err="1">
              <a:solidFill>
                <a:schemeClr val="tx1"/>
              </a:solidFill>
            </a:rPr>
            <a:t>visie</a:t>
          </a:r>
          <a:endParaRPr lang="en-US" dirty="0">
            <a:solidFill>
              <a:schemeClr val="tx1"/>
            </a:solidFill>
          </a:endParaRPr>
        </a:p>
      </dgm:t>
    </dgm:pt>
    <dgm:pt modelId="{3E252E8D-7725-437A-A20F-61FC242D3EB4}" type="parTrans" cxnId="{49F307B5-3A06-4541-A81B-215AF0ADFDE9}">
      <dgm:prSet/>
      <dgm:spPr/>
      <dgm:t>
        <a:bodyPr/>
        <a:lstStyle/>
        <a:p>
          <a:endParaRPr lang="en-US"/>
        </a:p>
      </dgm:t>
    </dgm:pt>
    <dgm:pt modelId="{37149919-9E9D-47CB-9F75-FA2E74D14AE6}" type="sibTrans" cxnId="{49F307B5-3A06-4541-A81B-215AF0ADFDE9}">
      <dgm:prSet/>
      <dgm:spPr/>
      <dgm:t>
        <a:bodyPr/>
        <a:lstStyle/>
        <a:p>
          <a:endParaRPr lang="en-US"/>
        </a:p>
      </dgm:t>
    </dgm:pt>
    <dgm:pt modelId="{5C03D234-7A98-41EB-9DDD-2481D2926CCE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Beleid</a:t>
          </a:r>
          <a:r>
            <a:rPr lang="en-US" dirty="0">
              <a:solidFill>
                <a:schemeClr val="tx1"/>
              </a:solidFill>
            </a:rPr>
            <a:t> en </a:t>
          </a:r>
          <a:r>
            <a:rPr lang="en-US" dirty="0" err="1">
              <a:solidFill>
                <a:schemeClr val="tx1"/>
              </a:solidFill>
            </a:rPr>
            <a:t>organisatorische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inbedding</a:t>
          </a:r>
          <a:endParaRPr lang="en-US" dirty="0">
            <a:solidFill>
              <a:schemeClr val="tx1"/>
            </a:solidFill>
          </a:endParaRPr>
        </a:p>
      </dgm:t>
    </dgm:pt>
    <dgm:pt modelId="{6243AD31-3450-4AF0-AB81-BF1E0C4F9615}" type="parTrans" cxnId="{9282324A-11AB-41CB-8576-1B27D00F7232}">
      <dgm:prSet/>
      <dgm:spPr/>
      <dgm:t>
        <a:bodyPr/>
        <a:lstStyle/>
        <a:p>
          <a:endParaRPr lang="en-US"/>
        </a:p>
      </dgm:t>
    </dgm:pt>
    <dgm:pt modelId="{D75B98FB-C563-4E9F-98F7-FC3CC222A8A3}" type="sibTrans" cxnId="{9282324A-11AB-41CB-8576-1B27D00F7232}">
      <dgm:prSet/>
      <dgm:spPr/>
      <dgm:t>
        <a:bodyPr/>
        <a:lstStyle/>
        <a:p>
          <a:endParaRPr lang="en-US"/>
        </a:p>
      </dgm:t>
    </dgm:pt>
    <dgm:pt modelId="{DAAC8964-A386-43AF-9332-E2B2683AB33E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Onderwijs</a:t>
          </a:r>
          <a:r>
            <a:rPr lang="en-US" dirty="0">
              <a:solidFill>
                <a:schemeClr val="tx1"/>
              </a:solidFill>
            </a:rPr>
            <a:t>, training en </a:t>
          </a:r>
          <a:r>
            <a:rPr lang="en-US" dirty="0" err="1">
              <a:solidFill>
                <a:schemeClr val="tx1"/>
              </a:solidFill>
            </a:rPr>
            <a:t>gesprek</a:t>
          </a:r>
          <a:endParaRPr lang="en-US" dirty="0">
            <a:solidFill>
              <a:schemeClr val="tx1"/>
            </a:solidFill>
          </a:endParaRPr>
        </a:p>
      </dgm:t>
    </dgm:pt>
    <dgm:pt modelId="{96747630-AA80-4392-A215-846C05A0B753}" type="parTrans" cxnId="{0BD1DADA-F8BB-4252-AC44-20C9D89CF3A8}">
      <dgm:prSet/>
      <dgm:spPr/>
      <dgm:t>
        <a:bodyPr/>
        <a:lstStyle/>
        <a:p>
          <a:endParaRPr lang="en-US"/>
        </a:p>
      </dgm:t>
    </dgm:pt>
    <dgm:pt modelId="{EAA6C66D-DCB3-4289-B0D4-EE64F3D71566}" type="sibTrans" cxnId="{0BD1DADA-F8BB-4252-AC44-20C9D89CF3A8}">
      <dgm:prSet/>
      <dgm:spPr/>
      <dgm:t>
        <a:bodyPr/>
        <a:lstStyle/>
        <a:p>
          <a:endParaRPr lang="en-US"/>
        </a:p>
      </dgm:t>
    </dgm:pt>
    <dgm:pt modelId="{89E2F52C-E0B4-4665-BEB6-800EF471F0D6}">
      <dgm:prSet/>
      <dgm:spPr/>
      <dgm:t>
        <a:bodyPr/>
        <a:lstStyle/>
        <a:p>
          <a:r>
            <a:rPr lang="en-US" dirty="0" err="1"/>
            <a:t>Organiseer</a:t>
          </a:r>
          <a:r>
            <a:rPr lang="en-US" dirty="0"/>
            <a:t> </a:t>
          </a:r>
          <a:r>
            <a:rPr lang="en-US" dirty="0" err="1"/>
            <a:t>gesprekken</a:t>
          </a:r>
          <a:r>
            <a:rPr lang="en-US" dirty="0"/>
            <a:t> over WI in alle </a:t>
          </a:r>
          <a:r>
            <a:rPr lang="en-US" dirty="0" err="1"/>
            <a:t>lagen</a:t>
          </a:r>
          <a:r>
            <a:rPr lang="en-US" dirty="0"/>
            <a:t> van de </a:t>
          </a:r>
          <a:r>
            <a:rPr lang="en-US" dirty="0" err="1"/>
            <a:t>organisatie</a:t>
          </a:r>
          <a:endParaRPr lang="en-US" dirty="0"/>
        </a:p>
      </dgm:t>
    </dgm:pt>
    <dgm:pt modelId="{8D2EDDBD-A6A1-47C3-BFF5-9AAC1A2BDDD8}" type="parTrans" cxnId="{D8C060B1-38B7-4991-91CC-8A65006C4802}">
      <dgm:prSet/>
      <dgm:spPr/>
      <dgm:t>
        <a:bodyPr/>
        <a:lstStyle/>
        <a:p>
          <a:endParaRPr lang="en-US"/>
        </a:p>
      </dgm:t>
    </dgm:pt>
    <dgm:pt modelId="{C2C24978-FD5B-4C33-9E2B-FD7BAF7ABE51}" type="sibTrans" cxnId="{D8C060B1-38B7-4991-91CC-8A65006C4802}">
      <dgm:prSet/>
      <dgm:spPr/>
      <dgm:t>
        <a:bodyPr/>
        <a:lstStyle/>
        <a:p>
          <a:endParaRPr lang="en-US"/>
        </a:p>
      </dgm:t>
    </dgm:pt>
    <dgm:pt modelId="{662F508D-E95F-40FB-9AFB-696DB0148D88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Verantwoording</a:t>
          </a:r>
          <a:r>
            <a:rPr lang="en-US" dirty="0">
              <a:solidFill>
                <a:schemeClr val="tx1"/>
              </a:solidFill>
            </a:rPr>
            <a:t>, monitoring en </a:t>
          </a:r>
          <a:r>
            <a:rPr lang="en-US" dirty="0" err="1">
              <a:solidFill>
                <a:schemeClr val="tx1"/>
              </a:solidFill>
            </a:rPr>
            <a:t>evaluatie</a:t>
          </a:r>
          <a:endParaRPr lang="en-US" dirty="0">
            <a:solidFill>
              <a:schemeClr val="tx1"/>
            </a:solidFill>
          </a:endParaRPr>
        </a:p>
      </dgm:t>
    </dgm:pt>
    <dgm:pt modelId="{036E641F-81BD-4BC3-91F9-2893FDF1A5F7}" type="parTrans" cxnId="{C0945B1D-DBD0-4949-A0F1-8F480E267CFD}">
      <dgm:prSet/>
      <dgm:spPr/>
      <dgm:t>
        <a:bodyPr/>
        <a:lstStyle/>
        <a:p>
          <a:endParaRPr lang="en-US"/>
        </a:p>
      </dgm:t>
    </dgm:pt>
    <dgm:pt modelId="{2415A11A-9F6B-4F52-BAA2-25BD37196183}" type="sibTrans" cxnId="{C0945B1D-DBD0-4949-A0F1-8F480E267CFD}">
      <dgm:prSet/>
      <dgm:spPr/>
      <dgm:t>
        <a:bodyPr/>
        <a:lstStyle/>
        <a:p>
          <a:endParaRPr lang="en-US"/>
        </a:p>
      </dgm:t>
    </dgm:pt>
    <dgm:pt modelId="{553B1361-A968-4F53-B5EE-2F7BD9BD7DC3}">
      <dgm:prSet/>
      <dgm:spPr/>
      <dgm:t>
        <a:bodyPr/>
        <a:lstStyle/>
        <a:p>
          <a:r>
            <a:rPr lang="en-US" dirty="0"/>
            <a:t>Breng WI-</a:t>
          </a:r>
          <a:r>
            <a:rPr lang="en-US" dirty="0" err="1"/>
            <a:t>functionarissen</a:t>
          </a:r>
          <a:r>
            <a:rPr lang="en-US" dirty="0"/>
            <a:t> in </a:t>
          </a:r>
          <a:r>
            <a:rPr lang="en-US" dirty="0" err="1"/>
            <a:t>gesprek</a:t>
          </a:r>
          <a:r>
            <a:rPr lang="en-US" dirty="0"/>
            <a:t> met </a:t>
          </a:r>
          <a:r>
            <a:rPr lang="en-US" dirty="0" err="1"/>
            <a:t>bestuurders</a:t>
          </a:r>
          <a:endParaRPr lang="en-US" dirty="0"/>
        </a:p>
      </dgm:t>
    </dgm:pt>
    <dgm:pt modelId="{E1B2B39F-C5E5-4F6D-9B54-293916AF9F1F}" type="parTrans" cxnId="{B613AFD4-BAF1-4954-81E7-69CD8DBAC9D2}">
      <dgm:prSet/>
      <dgm:spPr/>
      <dgm:t>
        <a:bodyPr/>
        <a:lstStyle/>
        <a:p>
          <a:endParaRPr lang="en-US"/>
        </a:p>
      </dgm:t>
    </dgm:pt>
    <dgm:pt modelId="{E4A92E2F-4C13-4C53-9D72-213B8F07DB4D}" type="sibTrans" cxnId="{B613AFD4-BAF1-4954-81E7-69CD8DBAC9D2}">
      <dgm:prSet/>
      <dgm:spPr/>
      <dgm:t>
        <a:bodyPr/>
        <a:lstStyle/>
        <a:p>
          <a:endParaRPr lang="en-US"/>
        </a:p>
      </dgm:t>
    </dgm:pt>
    <dgm:pt modelId="{4E158361-6750-4068-9EB8-7AE6D6D840BC}">
      <dgm:prSet/>
      <dgm:spPr/>
      <dgm:t>
        <a:bodyPr/>
        <a:lstStyle/>
        <a:p>
          <a:r>
            <a:rPr lang="en-US" dirty="0"/>
            <a:t>Train </a:t>
          </a:r>
          <a:r>
            <a:rPr lang="en-US" dirty="0" err="1"/>
            <a:t>onderzoeksleiders</a:t>
          </a:r>
          <a:endParaRPr lang="en-US" dirty="0"/>
        </a:p>
      </dgm:t>
    </dgm:pt>
    <dgm:pt modelId="{703EEB3F-4C14-4FAB-8895-7927E7F2B470}" type="parTrans" cxnId="{FA5927D3-1DE2-445C-AF4C-B6F4A66FD667}">
      <dgm:prSet/>
      <dgm:spPr/>
      <dgm:t>
        <a:bodyPr/>
        <a:lstStyle/>
        <a:p>
          <a:endParaRPr lang="nl-NL"/>
        </a:p>
      </dgm:t>
    </dgm:pt>
    <dgm:pt modelId="{94CBA621-583E-4C45-9108-23DA04E8F2B7}" type="sibTrans" cxnId="{FA5927D3-1DE2-445C-AF4C-B6F4A66FD667}">
      <dgm:prSet/>
      <dgm:spPr/>
      <dgm:t>
        <a:bodyPr/>
        <a:lstStyle/>
        <a:p>
          <a:endParaRPr lang="nl-NL"/>
        </a:p>
      </dgm:t>
    </dgm:pt>
    <dgm:pt modelId="{C7E61C8B-B248-4067-835A-0544C26C1978}">
      <dgm:prSet/>
      <dgm:spPr/>
      <dgm:t>
        <a:bodyPr/>
        <a:lstStyle/>
        <a:p>
          <a:r>
            <a:rPr lang="en-US"/>
            <a:t>Wijs op alle niveau’s expliciet taken t.a.v. WI toe</a:t>
          </a:r>
          <a:endParaRPr lang="en-US" dirty="0"/>
        </a:p>
      </dgm:t>
    </dgm:pt>
    <dgm:pt modelId="{7F77DD94-9355-4D9C-850F-A54A40CA2186}" type="parTrans" cxnId="{8FDDAE56-3BBA-4AD1-95AF-C8B735154958}">
      <dgm:prSet/>
      <dgm:spPr/>
      <dgm:t>
        <a:bodyPr/>
        <a:lstStyle/>
        <a:p>
          <a:endParaRPr lang="nl-NL"/>
        </a:p>
      </dgm:t>
    </dgm:pt>
    <dgm:pt modelId="{BF478F10-8F8C-4027-B302-9675BF884BBE}" type="sibTrans" cxnId="{8FDDAE56-3BBA-4AD1-95AF-C8B735154958}">
      <dgm:prSet/>
      <dgm:spPr/>
      <dgm:t>
        <a:bodyPr/>
        <a:lstStyle/>
        <a:p>
          <a:endParaRPr lang="nl-NL"/>
        </a:p>
      </dgm:t>
    </dgm:pt>
    <dgm:pt modelId="{E4EDA01C-9CC1-4DE7-BE67-F32A81BA0239}">
      <dgm:prSet/>
      <dgm:spPr/>
      <dgm:t>
        <a:bodyPr/>
        <a:lstStyle/>
        <a:p>
          <a:r>
            <a:rPr lang="en-US" dirty="0" err="1"/>
            <a:t>Bescherm</a:t>
          </a:r>
          <a:r>
            <a:rPr lang="en-US" dirty="0"/>
            <a:t> (</a:t>
          </a:r>
          <a:r>
            <a:rPr lang="en-US" dirty="0" err="1"/>
            <a:t>onderzoekers</a:t>
          </a:r>
          <a:r>
            <a:rPr lang="en-US" dirty="0"/>
            <a:t> </a:t>
          </a:r>
          <a:r>
            <a:rPr lang="en-US" dirty="0" err="1"/>
            <a:t>tegen</a:t>
          </a:r>
          <a:r>
            <a:rPr lang="en-US" dirty="0"/>
            <a:t> </a:t>
          </a:r>
          <a:r>
            <a:rPr lang="en-US" dirty="0" err="1"/>
            <a:t>inmenging</a:t>
          </a:r>
          <a:r>
            <a:rPr lang="en-US" dirty="0"/>
            <a:t> + </a:t>
          </a:r>
          <a:r>
            <a:rPr lang="en-US" dirty="0" err="1"/>
            <a:t>ongewenste</a:t>
          </a:r>
          <a:r>
            <a:rPr lang="en-US" dirty="0"/>
            <a:t> </a:t>
          </a:r>
          <a:r>
            <a:rPr lang="en-US" dirty="0" err="1"/>
            <a:t>druk</a:t>
          </a:r>
          <a:r>
            <a:rPr lang="en-US" dirty="0"/>
            <a:t>)</a:t>
          </a:r>
        </a:p>
      </dgm:t>
    </dgm:pt>
    <dgm:pt modelId="{2FBD9640-FD0F-47D7-9B90-78A211B6B9EF}" type="parTrans" cxnId="{B7DAA48C-4449-4E35-801D-6BED7ADCE213}">
      <dgm:prSet/>
      <dgm:spPr/>
      <dgm:t>
        <a:bodyPr/>
        <a:lstStyle/>
        <a:p>
          <a:endParaRPr lang="nl-NL"/>
        </a:p>
      </dgm:t>
    </dgm:pt>
    <dgm:pt modelId="{A3734F64-0D89-4042-8B0F-B4783839D289}" type="sibTrans" cxnId="{B7DAA48C-4449-4E35-801D-6BED7ADCE213}">
      <dgm:prSet/>
      <dgm:spPr/>
      <dgm:t>
        <a:bodyPr/>
        <a:lstStyle/>
        <a:p>
          <a:endParaRPr lang="nl-NL"/>
        </a:p>
      </dgm:t>
    </dgm:pt>
    <dgm:pt modelId="{9041A1D1-9761-47A3-AD70-54CB20511200}">
      <dgm:prSet/>
      <dgm:spPr/>
      <dgm:t>
        <a:bodyPr/>
        <a:lstStyle/>
        <a:p>
          <a:r>
            <a:rPr lang="en-US" dirty="0" err="1"/>
            <a:t>Alloceer</a:t>
          </a:r>
          <a:r>
            <a:rPr lang="en-US" dirty="0"/>
            <a:t> </a:t>
          </a:r>
          <a:r>
            <a:rPr lang="en-US" dirty="0" err="1"/>
            <a:t>tijd</a:t>
          </a:r>
          <a:r>
            <a:rPr lang="en-US" dirty="0"/>
            <a:t> voor die taken</a:t>
          </a:r>
        </a:p>
      </dgm:t>
    </dgm:pt>
    <dgm:pt modelId="{9117BC99-A580-4831-A954-E224B5B93685}" type="parTrans" cxnId="{94DE90A9-DC3E-4E77-A9BE-F540E4EC3BF3}">
      <dgm:prSet/>
      <dgm:spPr/>
      <dgm:t>
        <a:bodyPr/>
        <a:lstStyle/>
        <a:p>
          <a:endParaRPr lang="nl-NL"/>
        </a:p>
      </dgm:t>
    </dgm:pt>
    <dgm:pt modelId="{233CE05C-12F5-4C51-BC69-6048C22E4A19}" type="sibTrans" cxnId="{94DE90A9-DC3E-4E77-A9BE-F540E4EC3BF3}">
      <dgm:prSet/>
      <dgm:spPr/>
      <dgm:t>
        <a:bodyPr/>
        <a:lstStyle/>
        <a:p>
          <a:endParaRPr lang="nl-NL"/>
        </a:p>
      </dgm:t>
    </dgm:pt>
    <dgm:pt modelId="{B1647E78-A1CE-4DF2-B953-E5118FB2B492}">
      <dgm:prSet/>
      <dgm:spPr/>
      <dgm:t>
        <a:bodyPr/>
        <a:lstStyle/>
        <a:p>
          <a:r>
            <a:rPr lang="en-US" dirty="0" err="1"/>
            <a:t>Analyseer</a:t>
          </a:r>
          <a:r>
            <a:rPr lang="en-US" dirty="0"/>
            <a:t> </a:t>
          </a:r>
          <a:r>
            <a:rPr lang="en-US" dirty="0" err="1"/>
            <a:t>waar</a:t>
          </a:r>
          <a:r>
            <a:rPr lang="en-US" dirty="0"/>
            <a:t> </a:t>
          </a:r>
          <a:r>
            <a:rPr lang="en-US" dirty="0" err="1"/>
            <a:t>kwetsbaarheden</a:t>
          </a:r>
          <a:r>
            <a:rPr lang="en-US" dirty="0"/>
            <a:t> </a:t>
          </a:r>
          <a:r>
            <a:rPr lang="en-US" dirty="0" err="1"/>
            <a:t>zitten</a:t>
          </a:r>
          <a:r>
            <a:rPr lang="en-US" dirty="0"/>
            <a:t> en </a:t>
          </a:r>
          <a:r>
            <a:rPr lang="en-US" dirty="0" err="1"/>
            <a:t>acteer</a:t>
          </a:r>
          <a:r>
            <a:rPr lang="en-US" dirty="0"/>
            <a:t> </a:t>
          </a:r>
          <a:r>
            <a:rPr lang="en-US" dirty="0" err="1"/>
            <a:t>daarop</a:t>
          </a:r>
          <a:endParaRPr lang="en-US" dirty="0"/>
        </a:p>
      </dgm:t>
    </dgm:pt>
    <dgm:pt modelId="{640EE32B-1D87-4EC8-ACC4-65ADE7FCFF6C}" type="parTrans" cxnId="{369E8E90-71BF-4AFF-BA04-AD23345ADFB4}">
      <dgm:prSet/>
      <dgm:spPr/>
      <dgm:t>
        <a:bodyPr/>
        <a:lstStyle/>
        <a:p>
          <a:endParaRPr lang="nl-NL"/>
        </a:p>
      </dgm:t>
    </dgm:pt>
    <dgm:pt modelId="{D1D90A8F-66D0-4813-A9C8-75C60E947528}" type="sibTrans" cxnId="{369E8E90-71BF-4AFF-BA04-AD23345ADFB4}">
      <dgm:prSet/>
      <dgm:spPr/>
      <dgm:t>
        <a:bodyPr/>
        <a:lstStyle/>
        <a:p>
          <a:endParaRPr lang="nl-NL"/>
        </a:p>
      </dgm:t>
    </dgm:pt>
    <dgm:pt modelId="{6B396F2D-8F3B-4A2A-936E-C0140A1DE66C}">
      <dgm:prSet/>
      <dgm:spPr/>
      <dgm:t>
        <a:bodyPr/>
        <a:lstStyle/>
        <a:p>
          <a:r>
            <a:rPr lang="en-US" dirty="0" err="1"/>
            <a:t>Geef</a:t>
          </a:r>
          <a:r>
            <a:rPr lang="en-US" dirty="0"/>
            <a:t> </a:t>
          </a:r>
          <a:r>
            <a:rPr lang="en-US" dirty="0" err="1"/>
            <a:t>richtlijnen</a:t>
          </a:r>
          <a:r>
            <a:rPr lang="en-US" dirty="0"/>
            <a:t> voor A.I.-</a:t>
          </a:r>
          <a:r>
            <a:rPr lang="en-US" dirty="0" err="1"/>
            <a:t>gebruik</a:t>
          </a:r>
          <a:endParaRPr lang="en-US" dirty="0"/>
        </a:p>
      </dgm:t>
    </dgm:pt>
    <dgm:pt modelId="{54E6256C-C019-45AF-BA52-BAD6065CE39B}" type="parTrans" cxnId="{B79163B6-99EA-456D-89D5-9B85DC863F62}">
      <dgm:prSet/>
      <dgm:spPr/>
      <dgm:t>
        <a:bodyPr/>
        <a:lstStyle/>
        <a:p>
          <a:endParaRPr lang="nl-NL"/>
        </a:p>
      </dgm:t>
    </dgm:pt>
    <dgm:pt modelId="{4A7E7336-1583-4185-AB75-CFCE9EED177B}" type="sibTrans" cxnId="{B79163B6-99EA-456D-89D5-9B85DC863F62}">
      <dgm:prSet/>
      <dgm:spPr/>
      <dgm:t>
        <a:bodyPr/>
        <a:lstStyle/>
        <a:p>
          <a:endParaRPr lang="nl-NL"/>
        </a:p>
      </dgm:t>
    </dgm:pt>
    <dgm:pt modelId="{70BCCDC0-5947-4250-B21B-3BC3344CD27E}">
      <dgm:prSet/>
      <dgm:spPr/>
      <dgm:t>
        <a:bodyPr/>
        <a:lstStyle/>
        <a:p>
          <a:r>
            <a:rPr lang="en-US" dirty="0" err="1"/>
            <a:t>Evalueer</a:t>
          </a:r>
          <a:r>
            <a:rPr lang="en-US" dirty="0"/>
            <a:t> en </a:t>
          </a:r>
          <a:r>
            <a:rPr lang="en-US" dirty="0" err="1"/>
            <a:t>actualiseer</a:t>
          </a:r>
          <a:r>
            <a:rPr lang="en-US" dirty="0"/>
            <a:t> </a:t>
          </a:r>
          <a:r>
            <a:rPr lang="en-US" dirty="0" err="1"/>
            <a:t>regelmatig</a:t>
          </a:r>
          <a:r>
            <a:rPr lang="en-US" dirty="0"/>
            <a:t> je </a:t>
          </a:r>
          <a:r>
            <a:rPr lang="en-US" dirty="0" err="1"/>
            <a:t>beleid</a:t>
          </a:r>
          <a:r>
            <a:rPr lang="en-US" dirty="0"/>
            <a:t> op alle </a:t>
          </a:r>
          <a:r>
            <a:rPr lang="en-US" dirty="0" err="1"/>
            <a:t>niveaus</a:t>
          </a:r>
          <a:endParaRPr lang="en-US" dirty="0"/>
        </a:p>
      </dgm:t>
    </dgm:pt>
    <dgm:pt modelId="{26E05A77-E3B8-4502-9E4B-3974A560A5CF}" type="parTrans" cxnId="{CC9048FC-37FD-4554-8DEE-4D014B7993CA}">
      <dgm:prSet/>
      <dgm:spPr/>
      <dgm:t>
        <a:bodyPr/>
        <a:lstStyle/>
        <a:p>
          <a:endParaRPr lang="nl-NL"/>
        </a:p>
      </dgm:t>
    </dgm:pt>
    <dgm:pt modelId="{C8416E4A-B030-46A9-9F26-009D11A0B606}" type="sibTrans" cxnId="{CC9048FC-37FD-4554-8DEE-4D014B7993CA}">
      <dgm:prSet/>
      <dgm:spPr/>
      <dgm:t>
        <a:bodyPr/>
        <a:lstStyle/>
        <a:p>
          <a:endParaRPr lang="nl-NL"/>
        </a:p>
      </dgm:t>
    </dgm:pt>
    <dgm:pt modelId="{2C47B136-ED9A-413A-B076-C72451C2EA4F}" type="pres">
      <dgm:prSet presAssocID="{93DB2AF7-7E0A-4F71-975C-10C2C2DF61EC}" presName="linear" presStyleCnt="0">
        <dgm:presLayoutVars>
          <dgm:dir/>
          <dgm:animLvl val="lvl"/>
          <dgm:resizeHandles val="exact"/>
        </dgm:presLayoutVars>
      </dgm:prSet>
      <dgm:spPr/>
    </dgm:pt>
    <dgm:pt modelId="{6CCD0B17-A16C-4A8B-B5C9-818D63E740AE}" type="pres">
      <dgm:prSet presAssocID="{8743186D-561A-44BF-8F20-B3DA879AF524}" presName="parentLin" presStyleCnt="0"/>
      <dgm:spPr/>
    </dgm:pt>
    <dgm:pt modelId="{D362932F-8CD2-4EA1-A46F-518063C28838}" type="pres">
      <dgm:prSet presAssocID="{8743186D-561A-44BF-8F20-B3DA879AF524}" presName="parentLeftMargin" presStyleLbl="node1" presStyleIdx="0" presStyleCnt="4"/>
      <dgm:spPr/>
    </dgm:pt>
    <dgm:pt modelId="{1E9CBDFF-AF69-4C77-8559-6A0413BCE15B}" type="pres">
      <dgm:prSet presAssocID="{8743186D-561A-44BF-8F20-B3DA879AF5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ECEA227-B9B7-455E-9036-35EF08CB34AB}" type="pres">
      <dgm:prSet presAssocID="{8743186D-561A-44BF-8F20-B3DA879AF524}" presName="negativeSpace" presStyleCnt="0"/>
      <dgm:spPr/>
    </dgm:pt>
    <dgm:pt modelId="{7A5BEDE4-DABA-4071-821E-FB0DA57FB581}" type="pres">
      <dgm:prSet presAssocID="{8743186D-561A-44BF-8F20-B3DA879AF524}" presName="childText" presStyleLbl="conFgAcc1" presStyleIdx="0" presStyleCnt="4">
        <dgm:presLayoutVars>
          <dgm:bulletEnabled val="1"/>
        </dgm:presLayoutVars>
      </dgm:prSet>
      <dgm:spPr/>
    </dgm:pt>
    <dgm:pt modelId="{F1E89846-3D44-40C9-B7E8-326E7B47AA21}" type="pres">
      <dgm:prSet presAssocID="{37149919-9E9D-47CB-9F75-FA2E74D14AE6}" presName="spaceBetweenRectangles" presStyleCnt="0"/>
      <dgm:spPr/>
    </dgm:pt>
    <dgm:pt modelId="{0C5F2414-30A4-4005-AC1D-B6E1F623BDA5}" type="pres">
      <dgm:prSet presAssocID="{5C03D234-7A98-41EB-9DDD-2481D2926CCE}" presName="parentLin" presStyleCnt="0"/>
      <dgm:spPr/>
    </dgm:pt>
    <dgm:pt modelId="{D5A80948-AE07-4888-8DB2-65A2CB14F8B8}" type="pres">
      <dgm:prSet presAssocID="{5C03D234-7A98-41EB-9DDD-2481D2926CCE}" presName="parentLeftMargin" presStyleLbl="node1" presStyleIdx="0" presStyleCnt="4"/>
      <dgm:spPr/>
    </dgm:pt>
    <dgm:pt modelId="{120016CC-B355-459D-99B7-60DC39196F28}" type="pres">
      <dgm:prSet presAssocID="{5C03D234-7A98-41EB-9DDD-2481D2926CC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CAA4A1-8344-45B0-87AC-4EABBC9B7D5C}" type="pres">
      <dgm:prSet presAssocID="{5C03D234-7A98-41EB-9DDD-2481D2926CCE}" presName="negativeSpace" presStyleCnt="0"/>
      <dgm:spPr/>
    </dgm:pt>
    <dgm:pt modelId="{229E53BE-E15D-4BCA-82DE-9B2FB2247F2C}" type="pres">
      <dgm:prSet presAssocID="{5C03D234-7A98-41EB-9DDD-2481D2926CCE}" presName="childText" presStyleLbl="conFgAcc1" presStyleIdx="1" presStyleCnt="4" custLinFactNeighborX="505" custLinFactNeighborY="-50397">
        <dgm:presLayoutVars>
          <dgm:bulletEnabled val="1"/>
        </dgm:presLayoutVars>
      </dgm:prSet>
      <dgm:spPr/>
    </dgm:pt>
    <dgm:pt modelId="{BCE05F8B-81CB-493B-9F03-F589415D793A}" type="pres">
      <dgm:prSet presAssocID="{D75B98FB-C563-4E9F-98F7-FC3CC222A8A3}" presName="spaceBetweenRectangles" presStyleCnt="0"/>
      <dgm:spPr/>
    </dgm:pt>
    <dgm:pt modelId="{0DBF7CFF-562F-4511-A2DB-684BC11ECC0C}" type="pres">
      <dgm:prSet presAssocID="{DAAC8964-A386-43AF-9332-E2B2683AB33E}" presName="parentLin" presStyleCnt="0"/>
      <dgm:spPr/>
    </dgm:pt>
    <dgm:pt modelId="{E897B252-9F5A-4ECC-B731-D383D6E4AF70}" type="pres">
      <dgm:prSet presAssocID="{DAAC8964-A386-43AF-9332-E2B2683AB33E}" presName="parentLeftMargin" presStyleLbl="node1" presStyleIdx="1" presStyleCnt="4"/>
      <dgm:spPr/>
    </dgm:pt>
    <dgm:pt modelId="{A48C9652-358B-4C43-BA62-E3BFEDD85B96}" type="pres">
      <dgm:prSet presAssocID="{DAAC8964-A386-43AF-9332-E2B2683AB3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0A2F5F-0997-4670-86FC-0CCF7C40B526}" type="pres">
      <dgm:prSet presAssocID="{DAAC8964-A386-43AF-9332-E2B2683AB33E}" presName="negativeSpace" presStyleCnt="0"/>
      <dgm:spPr/>
    </dgm:pt>
    <dgm:pt modelId="{A8B5425D-7E7C-40ED-B11D-36B5A2FBD1FF}" type="pres">
      <dgm:prSet presAssocID="{DAAC8964-A386-43AF-9332-E2B2683AB33E}" presName="childText" presStyleLbl="conFgAcc1" presStyleIdx="2" presStyleCnt="4">
        <dgm:presLayoutVars>
          <dgm:bulletEnabled val="1"/>
        </dgm:presLayoutVars>
      </dgm:prSet>
      <dgm:spPr/>
    </dgm:pt>
    <dgm:pt modelId="{804FE8C9-A084-4FA7-A9BF-1B7486E1D543}" type="pres">
      <dgm:prSet presAssocID="{EAA6C66D-DCB3-4289-B0D4-EE64F3D71566}" presName="spaceBetweenRectangles" presStyleCnt="0"/>
      <dgm:spPr/>
    </dgm:pt>
    <dgm:pt modelId="{2309B481-E988-48CD-B795-DEF47A09B855}" type="pres">
      <dgm:prSet presAssocID="{662F508D-E95F-40FB-9AFB-696DB0148D88}" presName="parentLin" presStyleCnt="0"/>
      <dgm:spPr/>
    </dgm:pt>
    <dgm:pt modelId="{D028BD3E-2028-4A64-95BB-D0ADCD409F0F}" type="pres">
      <dgm:prSet presAssocID="{662F508D-E95F-40FB-9AFB-696DB0148D88}" presName="parentLeftMargin" presStyleLbl="node1" presStyleIdx="2" presStyleCnt="4"/>
      <dgm:spPr/>
    </dgm:pt>
    <dgm:pt modelId="{42FE8C2E-2952-458E-8F8F-8C3B0AAD6B3B}" type="pres">
      <dgm:prSet presAssocID="{662F508D-E95F-40FB-9AFB-696DB0148D8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AF70090-3D0C-4828-A214-C3D41527514B}" type="pres">
      <dgm:prSet presAssocID="{662F508D-E95F-40FB-9AFB-696DB0148D88}" presName="negativeSpace" presStyleCnt="0"/>
      <dgm:spPr/>
    </dgm:pt>
    <dgm:pt modelId="{3727E209-CEC2-4739-AA22-1EA1777DFEAD}" type="pres">
      <dgm:prSet presAssocID="{662F508D-E95F-40FB-9AFB-696DB0148D8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9275916-17C3-4C79-BF8A-5CA6BA9E076D}" type="presOf" srcId="{5C03D234-7A98-41EB-9DDD-2481D2926CCE}" destId="{D5A80948-AE07-4888-8DB2-65A2CB14F8B8}" srcOrd="0" destOrd="0" presId="urn:microsoft.com/office/officeart/2005/8/layout/list1"/>
    <dgm:cxn modelId="{D9EB0418-A923-44C1-AF47-CB82A7DE5183}" type="presOf" srcId="{C7E61C8B-B248-4067-835A-0544C26C1978}" destId="{229E53BE-E15D-4BCA-82DE-9B2FB2247F2C}" srcOrd="0" destOrd="0" presId="urn:microsoft.com/office/officeart/2005/8/layout/list1"/>
    <dgm:cxn modelId="{C0945B1D-DBD0-4949-A0F1-8F480E267CFD}" srcId="{93DB2AF7-7E0A-4F71-975C-10C2C2DF61EC}" destId="{662F508D-E95F-40FB-9AFB-696DB0148D88}" srcOrd="3" destOrd="0" parTransId="{036E641F-81BD-4BC3-91F9-2893FDF1A5F7}" sibTransId="{2415A11A-9F6B-4F52-BAA2-25BD37196183}"/>
    <dgm:cxn modelId="{7EEB2C27-D6B9-4E6E-B9F3-5F37BDADE3E7}" type="presOf" srcId="{8743186D-561A-44BF-8F20-B3DA879AF524}" destId="{D362932F-8CD2-4EA1-A46F-518063C28838}" srcOrd="0" destOrd="0" presId="urn:microsoft.com/office/officeart/2005/8/layout/list1"/>
    <dgm:cxn modelId="{53FE343D-4324-49BE-8EC2-E4398F4D0B8F}" type="presOf" srcId="{DAAC8964-A386-43AF-9332-E2B2683AB33E}" destId="{A48C9652-358B-4C43-BA62-E3BFEDD85B96}" srcOrd="1" destOrd="0" presId="urn:microsoft.com/office/officeart/2005/8/layout/list1"/>
    <dgm:cxn modelId="{9282324A-11AB-41CB-8576-1B27D00F7232}" srcId="{93DB2AF7-7E0A-4F71-975C-10C2C2DF61EC}" destId="{5C03D234-7A98-41EB-9DDD-2481D2926CCE}" srcOrd="1" destOrd="0" parTransId="{6243AD31-3450-4AF0-AB81-BF1E0C4F9615}" sibTransId="{D75B98FB-C563-4E9F-98F7-FC3CC222A8A3}"/>
    <dgm:cxn modelId="{8FDDAE56-3BBA-4AD1-95AF-C8B735154958}" srcId="{5C03D234-7A98-41EB-9DDD-2481D2926CCE}" destId="{C7E61C8B-B248-4067-835A-0544C26C1978}" srcOrd="0" destOrd="0" parTransId="{7F77DD94-9355-4D9C-850F-A54A40CA2186}" sibTransId="{BF478F10-8F8C-4027-B302-9675BF884BBE}"/>
    <dgm:cxn modelId="{0F359E5A-B942-4AA3-A483-C7292F5A7A9F}" type="presOf" srcId="{DAAC8964-A386-43AF-9332-E2B2683AB33E}" destId="{E897B252-9F5A-4ECC-B731-D383D6E4AF70}" srcOrd="0" destOrd="0" presId="urn:microsoft.com/office/officeart/2005/8/layout/list1"/>
    <dgm:cxn modelId="{3AE2F57E-8D5D-4E86-B382-6AE68BF92D7A}" type="presOf" srcId="{B1647E78-A1CE-4DF2-B953-E5118FB2B492}" destId="{229E53BE-E15D-4BCA-82DE-9B2FB2247F2C}" srcOrd="0" destOrd="2" presId="urn:microsoft.com/office/officeart/2005/8/layout/list1"/>
    <dgm:cxn modelId="{47657083-0BBA-49B3-B4C3-3595B8C4EF37}" type="presOf" srcId="{662F508D-E95F-40FB-9AFB-696DB0148D88}" destId="{42FE8C2E-2952-458E-8F8F-8C3B0AAD6B3B}" srcOrd="1" destOrd="0" presId="urn:microsoft.com/office/officeart/2005/8/layout/list1"/>
    <dgm:cxn modelId="{B7DAA48C-4449-4E35-801D-6BED7ADCE213}" srcId="{8743186D-561A-44BF-8F20-B3DA879AF524}" destId="{E4EDA01C-9CC1-4DE7-BE67-F32A81BA0239}" srcOrd="1" destOrd="0" parTransId="{2FBD9640-FD0F-47D7-9B90-78A211B6B9EF}" sibTransId="{A3734F64-0D89-4042-8B0F-B4783839D289}"/>
    <dgm:cxn modelId="{369E8E90-71BF-4AFF-BA04-AD23345ADFB4}" srcId="{5C03D234-7A98-41EB-9DDD-2481D2926CCE}" destId="{B1647E78-A1CE-4DF2-B953-E5118FB2B492}" srcOrd="2" destOrd="0" parTransId="{640EE32B-1D87-4EC8-ACC4-65ADE7FCFF6C}" sibTransId="{D1D90A8F-66D0-4813-A9C8-75C60E947528}"/>
    <dgm:cxn modelId="{4028C299-0A3D-40BA-BE05-F4579198132F}" type="presOf" srcId="{E4EDA01C-9CC1-4DE7-BE67-F32A81BA0239}" destId="{7A5BEDE4-DABA-4071-821E-FB0DA57FB581}" srcOrd="0" destOrd="1" presId="urn:microsoft.com/office/officeart/2005/8/layout/list1"/>
    <dgm:cxn modelId="{E0FFBBA1-E02B-4E81-93E6-2A5A02246FA4}" type="presOf" srcId="{89E2F52C-E0B4-4665-BEB6-800EF471F0D6}" destId="{A8B5425D-7E7C-40ED-B11D-36B5A2FBD1FF}" srcOrd="0" destOrd="0" presId="urn:microsoft.com/office/officeart/2005/8/layout/list1"/>
    <dgm:cxn modelId="{E8A150A4-FE2B-489F-8528-19564FD463FA}" type="presOf" srcId="{9041A1D1-9761-47A3-AD70-54CB20511200}" destId="{229E53BE-E15D-4BCA-82DE-9B2FB2247F2C}" srcOrd="0" destOrd="1" presId="urn:microsoft.com/office/officeart/2005/8/layout/list1"/>
    <dgm:cxn modelId="{29018AA8-DE7D-4E09-9E01-0862FD4E65A0}" type="presOf" srcId="{4E158361-6750-4068-9EB8-7AE6D6D840BC}" destId="{7A5BEDE4-DABA-4071-821E-FB0DA57FB581}" srcOrd="0" destOrd="0" presId="urn:microsoft.com/office/officeart/2005/8/layout/list1"/>
    <dgm:cxn modelId="{94DE90A9-DC3E-4E77-A9BE-F540E4EC3BF3}" srcId="{5C03D234-7A98-41EB-9DDD-2481D2926CCE}" destId="{9041A1D1-9761-47A3-AD70-54CB20511200}" srcOrd="1" destOrd="0" parTransId="{9117BC99-A580-4831-A954-E224B5B93685}" sibTransId="{233CE05C-12F5-4C51-BC69-6048C22E4A19}"/>
    <dgm:cxn modelId="{A19855B0-B485-4A1F-A1D7-19186859F58E}" type="presOf" srcId="{8743186D-561A-44BF-8F20-B3DA879AF524}" destId="{1E9CBDFF-AF69-4C77-8559-6A0413BCE15B}" srcOrd="1" destOrd="0" presId="urn:microsoft.com/office/officeart/2005/8/layout/list1"/>
    <dgm:cxn modelId="{D8C060B1-38B7-4991-91CC-8A65006C4802}" srcId="{DAAC8964-A386-43AF-9332-E2B2683AB33E}" destId="{89E2F52C-E0B4-4665-BEB6-800EF471F0D6}" srcOrd="0" destOrd="0" parTransId="{8D2EDDBD-A6A1-47C3-BFF5-9AAC1A2BDDD8}" sibTransId="{C2C24978-FD5B-4C33-9E2B-FD7BAF7ABE51}"/>
    <dgm:cxn modelId="{C70360B2-CD98-4468-A884-078C552FCB06}" type="presOf" srcId="{5C03D234-7A98-41EB-9DDD-2481D2926CCE}" destId="{120016CC-B355-459D-99B7-60DC39196F28}" srcOrd="1" destOrd="0" presId="urn:microsoft.com/office/officeart/2005/8/layout/list1"/>
    <dgm:cxn modelId="{49F307B5-3A06-4541-A81B-215AF0ADFDE9}" srcId="{93DB2AF7-7E0A-4F71-975C-10C2C2DF61EC}" destId="{8743186D-561A-44BF-8F20-B3DA879AF524}" srcOrd="0" destOrd="0" parTransId="{3E252E8D-7725-437A-A20F-61FC242D3EB4}" sibTransId="{37149919-9E9D-47CB-9F75-FA2E74D14AE6}"/>
    <dgm:cxn modelId="{93BF85B5-ACD8-43B9-83BB-992182DEE23B}" type="presOf" srcId="{93DB2AF7-7E0A-4F71-975C-10C2C2DF61EC}" destId="{2C47B136-ED9A-413A-B076-C72451C2EA4F}" srcOrd="0" destOrd="0" presId="urn:microsoft.com/office/officeart/2005/8/layout/list1"/>
    <dgm:cxn modelId="{B79163B6-99EA-456D-89D5-9B85DC863F62}" srcId="{5C03D234-7A98-41EB-9DDD-2481D2926CCE}" destId="{6B396F2D-8F3B-4A2A-936E-C0140A1DE66C}" srcOrd="3" destOrd="0" parTransId="{54E6256C-C019-45AF-BA52-BAD6065CE39B}" sibTransId="{4A7E7336-1583-4185-AB75-CFCE9EED177B}"/>
    <dgm:cxn modelId="{C43F18CA-156F-4645-8D4D-65CD2F655341}" type="presOf" srcId="{6B396F2D-8F3B-4A2A-936E-C0140A1DE66C}" destId="{229E53BE-E15D-4BCA-82DE-9B2FB2247F2C}" srcOrd="0" destOrd="3" presId="urn:microsoft.com/office/officeart/2005/8/layout/list1"/>
    <dgm:cxn modelId="{FFACD7CB-AAD9-4EB6-A52D-305A7A42F62D}" type="presOf" srcId="{70BCCDC0-5947-4250-B21B-3BC3344CD27E}" destId="{3727E209-CEC2-4739-AA22-1EA1777DFEAD}" srcOrd="0" destOrd="1" presId="urn:microsoft.com/office/officeart/2005/8/layout/list1"/>
    <dgm:cxn modelId="{756043CC-5FFD-4106-96A7-0A734A14017C}" type="presOf" srcId="{662F508D-E95F-40FB-9AFB-696DB0148D88}" destId="{D028BD3E-2028-4A64-95BB-D0ADCD409F0F}" srcOrd="0" destOrd="0" presId="urn:microsoft.com/office/officeart/2005/8/layout/list1"/>
    <dgm:cxn modelId="{FA5927D3-1DE2-445C-AF4C-B6F4A66FD667}" srcId="{8743186D-561A-44BF-8F20-B3DA879AF524}" destId="{4E158361-6750-4068-9EB8-7AE6D6D840BC}" srcOrd="0" destOrd="0" parTransId="{703EEB3F-4C14-4FAB-8895-7927E7F2B470}" sibTransId="{94CBA621-583E-4C45-9108-23DA04E8F2B7}"/>
    <dgm:cxn modelId="{B613AFD4-BAF1-4954-81E7-69CD8DBAC9D2}" srcId="{662F508D-E95F-40FB-9AFB-696DB0148D88}" destId="{553B1361-A968-4F53-B5EE-2F7BD9BD7DC3}" srcOrd="0" destOrd="0" parTransId="{E1B2B39F-C5E5-4F6D-9B54-293916AF9F1F}" sibTransId="{E4A92E2F-4C13-4C53-9D72-213B8F07DB4D}"/>
    <dgm:cxn modelId="{0BD1DADA-F8BB-4252-AC44-20C9D89CF3A8}" srcId="{93DB2AF7-7E0A-4F71-975C-10C2C2DF61EC}" destId="{DAAC8964-A386-43AF-9332-E2B2683AB33E}" srcOrd="2" destOrd="0" parTransId="{96747630-AA80-4392-A215-846C05A0B753}" sibTransId="{EAA6C66D-DCB3-4289-B0D4-EE64F3D71566}"/>
    <dgm:cxn modelId="{52CD9BF6-473D-4871-AFE8-F59688FDB1FE}" type="presOf" srcId="{553B1361-A968-4F53-B5EE-2F7BD9BD7DC3}" destId="{3727E209-CEC2-4739-AA22-1EA1777DFEAD}" srcOrd="0" destOrd="0" presId="urn:microsoft.com/office/officeart/2005/8/layout/list1"/>
    <dgm:cxn modelId="{CC9048FC-37FD-4554-8DEE-4D014B7993CA}" srcId="{662F508D-E95F-40FB-9AFB-696DB0148D88}" destId="{70BCCDC0-5947-4250-B21B-3BC3344CD27E}" srcOrd="1" destOrd="0" parTransId="{26E05A77-E3B8-4502-9E4B-3974A560A5CF}" sibTransId="{C8416E4A-B030-46A9-9F26-009D11A0B606}"/>
    <dgm:cxn modelId="{2006565E-2429-43FD-AFA3-F370CD0FF871}" type="presParOf" srcId="{2C47B136-ED9A-413A-B076-C72451C2EA4F}" destId="{6CCD0B17-A16C-4A8B-B5C9-818D63E740AE}" srcOrd="0" destOrd="0" presId="urn:microsoft.com/office/officeart/2005/8/layout/list1"/>
    <dgm:cxn modelId="{C03D607A-0EC4-43A5-9298-E3FB91229F06}" type="presParOf" srcId="{6CCD0B17-A16C-4A8B-B5C9-818D63E740AE}" destId="{D362932F-8CD2-4EA1-A46F-518063C28838}" srcOrd="0" destOrd="0" presId="urn:microsoft.com/office/officeart/2005/8/layout/list1"/>
    <dgm:cxn modelId="{9E4A6FDB-4643-40A3-AE88-70199358F133}" type="presParOf" srcId="{6CCD0B17-A16C-4A8B-B5C9-818D63E740AE}" destId="{1E9CBDFF-AF69-4C77-8559-6A0413BCE15B}" srcOrd="1" destOrd="0" presId="urn:microsoft.com/office/officeart/2005/8/layout/list1"/>
    <dgm:cxn modelId="{CED3F928-6115-444F-8968-154CE6852BED}" type="presParOf" srcId="{2C47B136-ED9A-413A-B076-C72451C2EA4F}" destId="{7ECEA227-B9B7-455E-9036-35EF08CB34AB}" srcOrd="1" destOrd="0" presId="urn:microsoft.com/office/officeart/2005/8/layout/list1"/>
    <dgm:cxn modelId="{E60B07CE-626A-49FF-BCCF-EA860A4C6160}" type="presParOf" srcId="{2C47B136-ED9A-413A-B076-C72451C2EA4F}" destId="{7A5BEDE4-DABA-4071-821E-FB0DA57FB581}" srcOrd="2" destOrd="0" presId="urn:microsoft.com/office/officeart/2005/8/layout/list1"/>
    <dgm:cxn modelId="{C3C73AB9-C241-49C4-8268-962BABE34999}" type="presParOf" srcId="{2C47B136-ED9A-413A-B076-C72451C2EA4F}" destId="{F1E89846-3D44-40C9-B7E8-326E7B47AA21}" srcOrd="3" destOrd="0" presId="urn:microsoft.com/office/officeart/2005/8/layout/list1"/>
    <dgm:cxn modelId="{F47B25E0-57BF-47E9-AA12-3CCE64380A5C}" type="presParOf" srcId="{2C47B136-ED9A-413A-B076-C72451C2EA4F}" destId="{0C5F2414-30A4-4005-AC1D-B6E1F623BDA5}" srcOrd="4" destOrd="0" presId="urn:microsoft.com/office/officeart/2005/8/layout/list1"/>
    <dgm:cxn modelId="{771FB409-D495-4664-9BAB-6C6149BDE00E}" type="presParOf" srcId="{0C5F2414-30A4-4005-AC1D-B6E1F623BDA5}" destId="{D5A80948-AE07-4888-8DB2-65A2CB14F8B8}" srcOrd="0" destOrd="0" presId="urn:microsoft.com/office/officeart/2005/8/layout/list1"/>
    <dgm:cxn modelId="{947E9652-904E-4043-9A6D-DBF130DCAEBB}" type="presParOf" srcId="{0C5F2414-30A4-4005-AC1D-B6E1F623BDA5}" destId="{120016CC-B355-459D-99B7-60DC39196F28}" srcOrd="1" destOrd="0" presId="urn:microsoft.com/office/officeart/2005/8/layout/list1"/>
    <dgm:cxn modelId="{447BC4A4-B2C5-472A-A169-8CE535DA66A6}" type="presParOf" srcId="{2C47B136-ED9A-413A-B076-C72451C2EA4F}" destId="{B5CAA4A1-8344-45B0-87AC-4EABBC9B7D5C}" srcOrd="5" destOrd="0" presId="urn:microsoft.com/office/officeart/2005/8/layout/list1"/>
    <dgm:cxn modelId="{01CC435D-36F3-492D-B3A3-C2D2F053193D}" type="presParOf" srcId="{2C47B136-ED9A-413A-B076-C72451C2EA4F}" destId="{229E53BE-E15D-4BCA-82DE-9B2FB2247F2C}" srcOrd="6" destOrd="0" presId="urn:microsoft.com/office/officeart/2005/8/layout/list1"/>
    <dgm:cxn modelId="{20592FF7-6087-4AAA-AB5C-C221A71118B8}" type="presParOf" srcId="{2C47B136-ED9A-413A-B076-C72451C2EA4F}" destId="{BCE05F8B-81CB-493B-9F03-F589415D793A}" srcOrd="7" destOrd="0" presId="urn:microsoft.com/office/officeart/2005/8/layout/list1"/>
    <dgm:cxn modelId="{AF9D3EC7-A2DF-4F96-A344-C1286271079A}" type="presParOf" srcId="{2C47B136-ED9A-413A-B076-C72451C2EA4F}" destId="{0DBF7CFF-562F-4511-A2DB-684BC11ECC0C}" srcOrd="8" destOrd="0" presId="urn:microsoft.com/office/officeart/2005/8/layout/list1"/>
    <dgm:cxn modelId="{45EFE732-2D27-4CF0-9140-4AB9CB2737C4}" type="presParOf" srcId="{0DBF7CFF-562F-4511-A2DB-684BC11ECC0C}" destId="{E897B252-9F5A-4ECC-B731-D383D6E4AF70}" srcOrd="0" destOrd="0" presId="urn:microsoft.com/office/officeart/2005/8/layout/list1"/>
    <dgm:cxn modelId="{B3E6B451-495B-4605-A1FC-4A4576D240B9}" type="presParOf" srcId="{0DBF7CFF-562F-4511-A2DB-684BC11ECC0C}" destId="{A48C9652-358B-4C43-BA62-E3BFEDD85B96}" srcOrd="1" destOrd="0" presId="urn:microsoft.com/office/officeart/2005/8/layout/list1"/>
    <dgm:cxn modelId="{1B27EAC4-BDC4-4C59-B389-AC389B312002}" type="presParOf" srcId="{2C47B136-ED9A-413A-B076-C72451C2EA4F}" destId="{EB0A2F5F-0997-4670-86FC-0CCF7C40B526}" srcOrd="9" destOrd="0" presId="urn:microsoft.com/office/officeart/2005/8/layout/list1"/>
    <dgm:cxn modelId="{F5860127-4985-4F11-8DFD-9B36FB8B5F99}" type="presParOf" srcId="{2C47B136-ED9A-413A-B076-C72451C2EA4F}" destId="{A8B5425D-7E7C-40ED-B11D-36B5A2FBD1FF}" srcOrd="10" destOrd="0" presId="urn:microsoft.com/office/officeart/2005/8/layout/list1"/>
    <dgm:cxn modelId="{04E666EE-5DAD-48D0-9A2E-C330559102AB}" type="presParOf" srcId="{2C47B136-ED9A-413A-B076-C72451C2EA4F}" destId="{804FE8C9-A084-4FA7-A9BF-1B7486E1D543}" srcOrd="11" destOrd="0" presId="urn:microsoft.com/office/officeart/2005/8/layout/list1"/>
    <dgm:cxn modelId="{FE093C3B-64F3-4545-BB1B-FB905B401D4E}" type="presParOf" srcId="{2C47B136-ED9A-413A-B076-C72451C2EA4F}" destId="{2309B481-E988-48CD-B795-DEF47A09B855}" srcOrd="12" destOrd="0" presId="urn:microsoft.com/office/officeart/2005/8/layout/list1"/>
    <dgm:cxn modelId="{5FBD5226-B134-40B7-92ED-DCFB131CC580}" type="presParOf" srcId="{2309B481-E988-48CD-B795-DEF47A09B855}" destId="{D028BD3E-2028-4A64-95BB-D0ADCD409F0F}" srcOrd="0" destOrd="0" presId="urn:microsoft.com/office/officeart/2005/8/layout/list1"/>
    <dgm:cxn modelId="{030FF2CB-0D34-499A-ADFB-27F21EEBDE27}" type="presParOf" srcId="{2309B481-E988-48CD-B795-DEF47A09B855}" destId="{42FE8C2E-2952-458E-8F8F-8C3B0AAD6B3B}" srcOrd="1" destOrd="0" presId="urn:microsoft.com/office/officeart/2005/8/layout/list1"/>
    <dgm:cxn modelId="{E4AA0D69-F6ED-4345-B66F-F82046B130B9}" type="presParOf" srcId="{2C47B136-ED9A-413A-B076-C72451C2EA4F}" destId="{4AF70090-3D0C-4828-A214-C3D41527514B}" srcOrd="13" destOrd="0" presId="urn:microsoft.com/office/officeart/2005/8/layout/list1"/>
    <dgm:cxn modelId="{096C80B2-B111-4C86-BE4C-300E980F17FF}" type="presParOf" srcId="{2C47B136-ED9A-413A-B076-C72451C2EA4F}" destId="{3727E209-CEC2-4739-AA22-1EA1777DFEA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DB2AF7-7E0A-4F71-975C-10C2C2DF61E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43186D-561A-44BF-8F20-B3DA879AF524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Leiderschap</a:t>
          </a:r>
          <a:r>
            <a:rPr lang="en-US" dirty="0">
              <a:solidFill>
                <a:schemeClr val="tx1"/>
              </a:solidFill>
            </a:rPr>
            <a:t> en </a:t>
          </a:r>
          <a:r>
            <a:rPr lang="en-US" dirty="0" err="1">
              <a:solidFill>
                <a:schemeClr val="tx1"/>
              </a:solidFill>
            </a:rPr>
            <a:t>visie</a:t>
          </a:r>
          <a:endParaRPr lang="en-US" dirty="0">
            <a:solidFill>
              <a:schemeClr val="tx1"/>
            </a:solidFill>
          </a:endParaRPr>
        </a:p>
      </dgm:t>
    </dgm:pt>
    <dgm:pt modelId="{3E252E8D-7725-437A-A20F-61FC242D3EB4}" type="parTrans" cxnId="{49F307B5-3A06-4541-A81B-215AF0ADFDE9}">
      <dgm:prSet/>
      <dgm:spPr/>
      <dgm:t>
        <a:bodyPr/>
        <a:lstStyle/>
        <a:p>
          <a:endParaRPr lang="en-US"/>
        </a:p>
      </dgm:t>
    </dgm:pt>
    <dgm:pt modelId="{37149919-9E9D-47CB-9F75-FA2E74D14AE6}" type="sibTrans" cxnId="{49F307B5-3A06-4541-A81B-215AF0ADFDE9}">
      <dgm:prSet/>
      <dgm:spPr/>
      <dgm:t>
        <a:bodyPr/>
        <a:lstStyle/>
        <a:p>
          <a:endParaRPr lang="en-US"/>
        </a:p>
      </dgm:t>
    </dgm:pt>
    <dgm:pt modelId="{5C03D234-7A98-41EB-9DDD-2481D2926CCE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Beleid</a:t>
          </a:r>
          <a:r>
            <a:rPr lang="en-US" dirty="0">
              <a:solidFill>
                <a:schemeClr val="tx1"/>
              </a:solidFill>
            </a:rPr>
            <a:t> en </a:t>
          </a:r>
          <a:r>
            <a:rPr lang="en-US" dirty="0" err="1">
              <a:solidFill>
                <a:schemeClr val="tx1"/>
              </a:solidFill>
            </a:rPr>
            <a:t>organisatorische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inbedding</a:t>
          </a:r>
          <a:endParaRPr lang="en-US" dirty="0">
            <a:solidFill>
              <a:schemeClr val="tx1"/>
            </a:solidFill>
          </a:endParaRPr>
        </a:p>
      </dgm:t>
    </dgm:pt>
    <dgm:pt modelId="{6243AD31-3450-4AF0-AB81-BF1E0C4F9615}" type="parTrans" cxnId="{9282324A-11AB-41CB-8576-1B27D00F7232}">
      <dgm:prSet/>
      <dgm:spPr/>
      <dgm:t>
        <a:bodyPr/>
        <a:lstStyle/>
        <a:p>
          <a:endParaRPr lang="en-US"/>
        </a:p>
      </dgm:t>
    </dgm:pt>
    <dgm:pt modelId="{D75B98FB-C563-4E9F-98F7-FC3CC222A8A3}" type="sibTrans" cxnId="{9282324A-11AB-41CB-8576-1B27D00F7232}">
      <dgm:prSet/>
      <dgm:spPr/>
      <dgm:t>
        <a:bodyPr/>
        <a:lstStyle/>
        <a:p>
          <a:endParaRPr lang="en-US"/>
        </a:p>
      </dgm:t>
    </dgm:pt>
    <dgm:pt modelId="{DAAC8964-A386-43AF-9332-E2B2683AB33E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Onderwijs</a:t>
          </a:r>
          <a:r>
            <a:rPr lang="en-US" dirty="0">
              <a:solidFill>
                <a:schemeClr val="tx1"/>
              </a:solidFill>
            </a:rPr>
            <a:t>, training en </a:t>
          </a:r>
          <a:r>
            <a:rPr lang="en-US" dirty="0" err="1">
              <a:solidFill>
                <a:schemeClr val="tx1"/>
              </a:solidFill>
            </a:rPr>
            <a:t>gesprek</a:t>
          </a:r>
          <a:endParaRPr lang="en-US" dirty="0">
            <a:solidFill>
              <a:schemeClr val="tx1"/>
            </a:solidFill>
          </a:endParaRPr>
        </a:p>
      </dgm:t>
    </dgm:pt>
    <dgm:pt modelId="{96747630-AA80-4392-A215-846C05A0B753}" type="parTrans" cxnId="{0BD1DADA-F8BB-4252-AC44-20C9D89CF3A8}">
      <dgm:prSet/>
      <dgm:spPr/>
      <dgm:t>
        <a:bodyPr/>
        <a:lstStyle/>
        <a:p>
          <a:endParaRPr lang="en-US"/>
        </a:p>
      </dgm:t>
    </dgm:pt>
    <dgm:pt modelId="{EAA6C66D-DCB3-4289-B0D4-EE64F3D71566}" type="sibTrans" cxnId="{0BD1DADA-F8BB-4252-AC44-20C9D89CF3A8}">
      <dgm:prSet/>
      <dgm:spPr/>
      <dgm:t>
        <a:bodyPr/>
        <a:lstStyle/>
        <a:p>
          <a:endParaRPr lang="en-US"/>
        </a:p>
      </dgm:t>
    </dgm:pt>
    <dgm:pt modelId="{89E2F52C-E0B4-4665-BEB6-800EF471F0D6}">
      <dgm:prSet/>
      <dgm:spPr/>
      <dgm:t>
        <a:bodyPr/>
        <a:lstStyle/>
        <a:p>
          <a:r>
            <a:rPr lang="en-US" dirty="0" err="1"/>
            <a:t>Organiseer</a:t>
          </a:r>
          <a:r>
            <a:rPr lang="en-US" dirty="0"/>
            <a:t> </a:t>
          </a:r>
          <a:r>
            <a:rPr lang="en-US" dirty="0" err="1"/>
            <a:t>gesprekken</a:t>
          </a:r>
          <a:r>
            <a:rPr lang="en-US" dirty="0"/>
            <a:t> over WI in alle </a:t>
          </a:r>
          <a:r>
            <a:rPr lang="en-US" dirty="0" err="1"/>
            <a:t>lagen</a:t>
          </a:r>
          <a:r>
            <a:rPr lang="en-US" dirty="0"/>
            <a:t> van de </a:t>
          </a:r>
          <a:r>
            <a:rPr lang="en-US" dirty="0" err="1"/>
            <a:t>organisatie</a:t>
          </a:r>
          <a:endParaRPr lang="en-US" dirty="0"/>
        </a:p>
      </dgm:t>
    </dgm:pt>
    <dgm:pt modelId="{8D2EDDBD-A6A1-47C3-BFF5-9AAC1A2BDDD8}" type="parTrans" cxnId="{D8C060B1-38B7-4991-91CC-8A65006C4802}">
      <dgm:prSet/>
      <dgm:spPr/>
      <dgm:t>
        <a:bodyPr/>
        <a:lstStyle/>
        <a:p>
          <a:endParaRPr lang="en-US"/>
        </a:p>
      </dgm:t>
    </dgm:pt>
    <dgm:pt modelId="{C2C24978-FD5B-4C33-9E2B-FD7BAF7ABE51}" type="sibTrans" cxnId="{D8C060B1-38B7-4991-91CC-8A65006C4802}">
      <dgm:prSet/>
      <dgm:spPr/>
      <dgm:t>
        <a:bodyPr/>
        <a:lstStyle/>
        <a:p>
          <a:endParaRPr lang="en-US"/>
        </a:p>
      </dgm:t>
    </dgm:pt>
    <dgm:pt modelId="{662F508D-E95F-40FB-9AFB-696DB0148D88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Verantwoording</a:t>
          </a:r>
          <a:r>
            <a:rPr lang="en-US" dirty="0">
              <a:solidFill>
                <a:schemeClr val="tx1"/>
              </a:solidFill>
            </a:rPr>
            <a:t>, monitoring en </a:t>
          </a:r>
          <a:r>
            <a:rPr lang="en-US" dirty="0" err="1">
              <a:solidFill>
                <a:schemeClr val="tx1"/>
              </a:solidFill>
            </a:rPr>
            <a:t>evaluatie</a:t>
          </a:r>
          <a:endParaRPr lang="en-US" dirty="0">
            <a:solidFill>
              <a:schemeClr val="tx1"/>
            </a:solidFill>
          </a:endParaRPr>
        </a:p>
      </dgm:t>
    </dgm:pt>
    <dgm:pt modelId="{036E641F-81BD-4BC3-91F9-2893FDF1A5F7}" type="parTrans" cxnId="{C0945B1D-DBD0-4949-A0F1-8F480E267CFD}">
      <dgm:prSet/>
      <dgm:spPr/>
      <dgm:t>
        <a:bodyPr/>
        <a:lstStyle/>
        <a:p>
          <a:endParaRPr lang="en-US"/>
        </a:p>
      </dgm:t>
    </dgm:pt>
    <dgm:pt modelId="{2415A11A-9F6B-4F52-BAA2-25BD37196183}" type="sibTrans" cxnId="{C0945B1D-DBD0-4949-A0F1-8F480E267CFD}">
      <dgm:prSet/>
      <dgm:spPr/>
      <dgm:t>
        <a:bodyPr/>
        <a:lstStyle/>
        <a:p>
          <a:endParaRPr lang="en-US"/>
        </a:p>
      </dgm:t>
    </dgm:pt>
    <dgm:pt modelId="{553B1361-A968-4F53-B5EE-2F7BD9BD7DC3}">
      <dgm:prSet/>
      <dgm:spPr/>
      <dgm:t>
        <a:bodyPr/>
        <a:lstStyle/>
        <a:p>
          <a:r>
            <a:rPr lang="en-US" dirty="0"/>
            <a:t>Breng WI-</a:t>
          </a:r>
          <a:r>
            <a:rPr lang="en-US" dirty="0" err="1"/>
            <a:t>functionarissen</a:t>
          </a:r>
          <a:r>
            <a:rPr lang="en-US" dirty="0"/>
            <a:t> in </a:t>
          </a:r>
          <a:r>
            <a:rPr lang="en-US" dirty="0" err="1"/>
            <a:t>gesprek</a:t>
          </a:r>
          <a:r>
            <a:rPr lang="en-US" dirty="0"/>
            <a:t> met </a:t>
          </a:r>
          <a:r>
            <a:rPr lang="en-US" dirty="0" err="1"/>
            <a:t>bestuurders</a:t>
          </a:r>
          <a:endParaRPr lang="en-US" dirty="0"/>
        </a:p>
      </dgm:t>
    </dgm:pt>
    <dgm:pt modelId="{E1B2B39F-C5E5-4F6D-9B54-293916AF9F1F}" type="parTrans" cxnId="{B613AFD4-BAF1-4954-81E7-69CD8DBAC9D2}">
      <dgm:prSet/>
      <dgm:spPr/>
      <dgm:t>
        <a:bodyPr/>
        <a:lstStyle/>
        <a:p>
          <a:endParaRPr lang="en-US"/>
        </a:p>
      </dgm:t>
    </dgm:pt>
    <dgm:pt modelId="{E4A92E2F-4C13-4C53-9D72-213B8F07DB4D}" type="sibTrans" cxnId="{B613AFD4-BAF1-4954-81E7-69CD8DBAC9D2}">
      <dgm:prSet/>
      <dgm:spPr/>
      <dgm:t>
        <a:bodyPr/>
        <a:lstStyle/>
        <a:p>
          <a:endParaRPr lang="en-US"/>
        </a:p>
      </dgm:t>
    </dgm:pt>
    <dgm:pt modelId="{4E158361-6750-4068-9EB8-7AE6D6D840BC}">
      <dgm:prSet/>
      <dgm:spPr/>
      <dgm:t>
        <a:bodyPr/>
        <a:lstStyle/>
        <a:p>
          <a:r>
            <a:rPr lang="en-US" dirty="0"/>
            <a:t>Train </a:t>
          </a:r>
          <a:r>
            <a:rPr lang="en-US" dirty="0" err="1"/>
            <a:t>onderzoeksleiders</a:t>
          </a:r>
          <a:endParaRPr lang="en-US" dirty="0"/>
        </a:p>
      </dgm:t>
    </dgm:pt>
    <dgm:pt modelId="{703EEB3F-4C14-4FAB-8895-7927E7F2B470}" type="parTrans" cxnId="{FA5927D3-1DE2-445C-AF4C-B6F4A66FD667}">
      <dgm:prSet/>
      <dgm:spPr/>
      <dgm:t>
        <a:bodyPr/>
        <a:lstStyle/>
        <a:p>
          <a:endParaRPr lang="nl-NL"/>
        </a:p>
      </dgm:t>
    </dgm:pt>
    <dgm:pt modelId="{94CBA621-583E-4C45-9108-23DA04E8F2B7}" type="sibTrans" cxnId="{FA5927D3-1DE2-445C-AF4C-B6F4A66FD667}">
      <dgm:prSet/>
      <dgm:spPr/>
      <dgm:t>
        <a:bodyPr/>
        <a:lstStyle/>
        <a:p>
          <a:endParaRPr lang="nl-NL"/>
        </a:p>
      </dgm:t>
    </dgm:pt>
    <dgm:pt modelId="{C7E61C8B-B248-4067-835A-0544C26C1978}">
      <dgm:prSet/>
      <dgm:spPr/>
      <dgm:t>
        <a:bodyPr/>
        <a:lstStyle/>
        <a:p>
          <a:r>
            <a:rPr lang="en-US"/>
            <a:t>Wijs op alle niveau’s expliciet taken t.a.v. WI toe</a:t>
          </a:r>
          <a:endParaRPr lang="en-US" dirty="0"/>
        </a:p>
      </dgm:t>
    </dgm:pt>
    <dgm:pt modelId="{7F77DD94-9355-4D9C-850F-A54A40CA2186}" type="parTrans" cxnId="{8FDDAE56-3BBA-4AD1-95AF-C8B735154958}">
      <dgm:prSet/>
      <dgm:spPr/>
      <dgm:t>
        <a:bodyPr/>
        <a:lstStyle/>
        <a:p>
          <a:endParaRPr lang="nl-NL"/>
        </a:p>
      </dgm:t>
    </dgm:pt>
    <dgm:pt modelId="{BF478F10-8F8C-4027-B302-9675BF884BBE}" type="sibTrans" cxnId="{8FDDAE56-3BBA-4AD1-95AF-C8B735154958}">
      <dgm:prSet/>
      <dgm:spPr/>
      <dgm:t>
        <a:bodyPr/>
        <a:lstStyle/>
        <a:p>
          <a:endParaRPr lang="nl-NL"/>
        </a:p>
      </dgm:t>
    </dgm:pt>
    <dgm:pt modelId="{E4EDA01C-9CC1-4DE7-BE67-F32A81BA0239}">
      <dgm:prSet/>
      <dgm:spPr/>
      <dgm:t>
        <a:bodyPr/>
        <a:lstStyle/>
        <a:p>
          <a:r>
            <a:rPr lang="en-US" dirty="0" err="1"/>
            <a:t>Bescherm</a:t>
          </a:r>
          <a:r>
            <a:rPr lang="en-US" dirty="0"/>
            <a:t> (</a:t>
          </a:r>
          <a:r>
            <a:rPr lang="en-US" dirty="0" err="1"/>
            <a:t>onderzoekers</a:t>
          </a:r>
          <a:r>
            <a:rPr lang="en-US" dirty="0"/>
            <a:t> </a:t>
          </a:r>
          <a:r>
            <a:rPr lang="en-US" dirty="0" err="1"/>
            <a:t>tegen</a:t>
          </a:r>
          <a:r>
            <a:rPr lang="en-US" dirty="0"/>
            <a:t> </a:t>
          </a:r>
          <a:r>
            <a:rPr lang="en-US" dirty="0" err="1"/>
            <a:t>inmenging</a:t>
          </a:r>
          <a:r>
            <a:rPr lang="en-US" dirty="0"/>
            <a:t> + </a:t>
          </a:r>
          <a:r>
            <a:rPr lang="en-US" dirty="0" err="1"/>
            <a:t>ongewenste</a:t>
          </a:r>
          <a:r>
            <a:rPr lang="en-US" dirty="0"/>
            <a:t> </a:t>
          </a:r>
          <a:r>
            <a:rPr lang="en-US" dirty="0" err="1"/>
            <a:t>druk</a:t>
          </a:r>
          <a:r>
            <a:rPr lang="en-US" dirty="0"/>
            <a:t>)</a:t>
          </a:r>
        </a:p>
      </dgm:t>
    </dgm:pt>
    <dgm:pt modelId="{2FBD9640-FD0F-47D7-9B90-78A211B6B9EF}" type="parTrans" cxnId="{B7DAA48C-4449-4E35-801D-6BED7ADCE213}">
      <dgm:prSet/>
      <dgm:spPr/>
      <dgm:t>
        <a:bodyPr/>
        <a:lstStyle/>
        <a:p>
          <a:endParaRPr lang="nl-NL"/>
        </a:p>
      </dgm:t>
    </dgm:pt>
    <dgm:pt modelId="{A3734F64-0D89-4042-8B0F-B4783839D289}" type="sibTrans" cxnId="{B7DAA48C-4449-4E35-801D-6BED7ADCE213}">
      <dgm:prSet/>
      <dgm:spPr/>
      <dgm:t>
        <a:bodyPr/>
        <a:lstStyle/>
        <a:p>
          <a:endParaRPr lang="nl-NL"/>
        </a:p>
      </dgm:t>
    </dgm:pt>
    <dgm:pt modelId="{9041A1D1-9761-47A3-AD70-54CB20511200}">
      <dgm:prSet/>
      <dgm:spPr/>
      <dgm:t>
        <a:bodyPr/>
        <a:lstStyle/>
        <a:p>
          <a:r>
            <a:rPr lang="en-US" dirty="0" err="1"/>
            <a:t>Alloceer</a:t>
          </a:r>
          <a:r>
            <a:rPr lang="en-US" dirty="0"/>
            <a:t> </a:t>
          </a:r>
          <a:r>
            <a:rPr lang="en-US" dirty="0" err="1"/>
            <a:t>tijd</a:t>
          </a:r>
          <a:r>
            <a:rPr lang="en-US" dirty="0"/>
            <a:t> voor die taken</a:t>
          </a:r>
        </a:p>
      </dgm:t>
    </dgm:pt>
    <dgm:pt modelId="{9117BC99-A580-4831-A954-E224B5B93685}" type="parTrans" cxnId="{94DE90A9-DC3E-4E77-A9BE-F540E4EC3BF3}">
      <dgm:prSet/>
      <dgm:spPr/>
      <dgm:t>
        <a:bodyPr/>
        <a:lstStyle/>
        <a:p>
          <a:endParaRPr lang="nl-NL"/>
        </a:p>
      </dgm:t>
    </dgm:pt>
    <dgm:pt modelId="{233CE05C-12F5-4C51-BC69-6048C22E4A19}" type="sibTrans" cxnId="{94DE90A9-DC3E-4E77-A9BE-F540E4EC3BF3}">
      <dgm:prSet/>
      <dgm:spPr/>
      <dgm:t>
        <a:bodyPr/>
        <a:lstStyle/>
        <a:p>
          <a:endParaRPr lang="nl-NL"/>
        </a:p>
      </dgm:t>
    </dgm:pt>
    <dgm:pt modelId="{B1647E78-A1CE-4DF2-B953-E5118FB2B492}">
      <dgm:prSet/>
      <dgm:spPr/>
      <dgm:t>
        <a:bodyPr/>
        <a:lstStyle/>
        <a:p>
          <a:r>
            <a:rPr lang="en-US" dirty="0" err="1"/>
            <a:t>Analyseer</a:t>
          </a:r>
          <a:r>
            <a:rPr lang="en-US" dirty="0"/>
            <a:t> </a:t>
          </a:r>
          <a:r>
            <a:rPr lang="en-US" dirty="0" err="1"/>
            <a:t>waar</a:t>
          </a:r>
          <a:r>
            <a:rPr lang="en-US" dirty="0"/>
            <a:t> </a:t>
          </a:r>
          <a:r>
            <a:rPr lang="en-US" dirty="0" err="1"/>
            <a:t>kwetsbaarheden</a:t>
          </a:r>
          <a:r>
            <a:rPr lang="en-US" dirty="0"/>
            <a:t> </a:t>
          </a:r>
          <a:r>
            <a:rPr lang="en-US" dirty="0" err="1"/>
            <a:t>zitten</a:t>
          </a:r>
          <a:r>
            <a:rPr lang="en-US" dirty="0"/>
            <a:t> en </a:t>
          </a:r>
          <a:r>
            <a:rPr lang="en-US" dirty="0" err="1"/>
            <a:t>acteer</a:t>
          </a:r>
          <a:r>
            <a:rPr lang="en-US" dirty="0"/>
            <a:t> </a:t>
          </a:r>
          <a:r>
            <a:rPr lang="en-US" dirty="0" err="1"/>
            <a:t>daarop</a:t>
          </a:r>
          <a:endParaRPr lang="en-US" dirty="0"/>
        </a:p>
      </dgm:t>
    </dgm:pt>
    <dgm:pt modelId="{640EE32B-1D87-4EC8-ACC4-65ADE7FCFF6C}" type="parTrans" cxnId="{369E8E90-71BF-4AFF-BA04-AD23345ADFB4}">
      <dgm:prSet/>
      <dgm:spPr/>
      <dgm:t>
        <a:bodyPr/>
        <a:lstStyle/>
        <a:p>
          <a:endParaRPr lang="nl-NL"/>
        </a:p>
      </dgm:t>
    </dgm:pt>
    <dgm:pt modelId="{D1D90A8F-66D0-4813-A9C8-75C60E947528}" type="sibTrans" cxnId="{369E8E90-71BF-4AFF-BA04-AD23345ADFB4}">
      <dgm:prSet/>
      <dgm:spPr/>
      <dgm:t>
        <a:bodyPr/>
        <a:lstStyle/>
        <a:p>
          <a:endParaRPr lang="nl-NL"/>
        </a:p>
      </dgm:t>
    </dgm:pt>
    <dgm:pt modelId="{6B396F2D-8F3B-4A2A-936E-C0140A1DE66C}">
      <dgm:prSet/>
      <dgm:spPr/>
      <dgm:t>
        <a:bodyPr/>
        <a:lstStyle/>
        <a:p>
          <a:r>
            <a:rPr lang="en-US" dirty="0" err="1"/>
            <a:t>Geef</a:t>
          </a:r>
          <a:r>
            <a:rPr lang="en-US" dirty="0"/>
            <a:t> </a:t>
          </a:r>
          <a:r>
            <a:rPr lang="en-US" dirty="0" err="1"/>
            <a:t>richtlijnen</a:t>
          </a:r>
          <a:r>
            <a:rPr lang="en-US" dirty="0"/>
            <a:t> voor A.I.-</a:t>
          </a:r>
          <a:r>
            <a:rPr lang="en-US" dirty="0" err="1"/>
            <a:t>gebruik</a:t>
          </a:r>
          <a:endParaRPr lang="en-US" dirty="0"/>
        </a:p>
      </dgm:t>
    </dgm:pt>
    <dgm:pt modelId="{54E6256C-C019-45AF-BA52-BAD6065CE39B}" type="parTrans" cxnId="{B79163B6-99EA-456D-89D5-9B85DC863F62}">
      <dgm:prSet/>
      <dgm:spPr/>
      <dgm:t>
        <a:bodyPr/>
        <a:lstStyle/>
        <a:p>
          <a:endParaRPr lang="nl-NL"/>
        </a:p>
      </dgm:t>
    </dgm:pt>
    <dgm:pt modelId="{4A7E7336-1583-4185-AB75-CFCE9EED177B}" type="sibTrans" cxnId="{B79163B6-99EA-456D-89D5-9B85DC863F62}">
      <dgm:prSet/>
      <dgm:spPr/>
      <dgm:t>
        <a:bodyPr/>
        <a:lstStyle/>
        <a:p>
          <a:endParaRPr lang="nl-NL"/>
        </a:p>
      </dgm:t>
    </dgm:pt>
    <dgm:pt modelId="{70BCCDC0-5947-4250-B21B-3BC3344CD27E}">
      <dgm:prSet/>
      <dgm:spPr/>
      <dgm:t>
        <a:bodyPr/>
        <a:lstStyle/>
        <a:p>
          <a:r>
            <a:rPr lang="en-US" dirty="0" err="1"/>
            <a:t>Evalueer</a:t>
          </a:r>
          <a:r>
            <a:rPr lang="en-US" dirty="0"/>
            <a:t> en </a:t>
          </a:r>
          <a:r>
            <a:rPr lang="en-US" dirty="0" err="1"/>
            <a:t>actualiseer</a:t>
          </a:r>
          <a:r>
            <a:rPr lang="en-US" dirty="0"/>
            <a:t> </a:t>
          </a:r>
          <a:r>
            <a:rPr lang="en-US" dirty="0" err="1"/>
            <a:t>regelmatig</a:t>
          </a:r>
          <a:r>
            <a:rPr lang="en-US" dirty="0"/>
            <a:t> je </a:t>
          </a:r>
          <a:r>
            <a:rPr lang="en-US" dirty="0" err="1"/>
            <a:t>beleid</a:t>
          </a:r>
          <a:r>
            <a:rPr lang="en-US" dirty="0"/>
            <a:t> op alle </a:t>
          </a:r>
          <a:r>
            <a:rPr lang="en-US" dirty="0" err="1"/>
            <a:t>niveaus</a:t>
          </a:r>
          <a:endParaRPr lang="en-US" dirty="0"/>
        </a:p>
      </dgm:t>
    </dgm:pt>
    <dgm:pt modelId="{26E05A77-E3B8-4502-9E4B-3974A560A5CF}" type="parTrans" cxnId="{CC9048FC-37FD-4554-8DEE-4D014B7993CA}">
      <dgm:prSet/>
      <dgm:spPr/>
      <dgm:t>
        <a:bodyPr/>
        <a:lstStyle/>
        <a:p>
          <a:endParaRPr lang="nl-NL"/>
        </a:p>
      </dgm:t>
    </dgm:pt>
    <dgm:pt modelId="{C8416E4A-B030-46A9-9F26-009D11A0B606}" type="sibTrans" cxnId="{CC9048FC-37FD-4554-8DEE-4D014B7993CA}">
      <dgm:prSet/>
      <dgm:spPr/>
      <dgm:t>
        <a:bodyPr/>
        <a:lstStyle/>
        <a:p>
          <a:endParaRPr lang="nl-NL"/>
        </a:p>
      </dgm:t>
    </dgm:pt>
    <dgm:pt modelId="{2C47B136-ED9A-413A-B076-C72451C2EA4F}" type="pres">
      <dgm:prSet presAssocID="{93DB2AF7-7E0A-4F71-975C-10C2C2DF61EC}" presName="linear" presStyleCnt="0">
        <dgm:presLayoutVars>
          <dgm:dir/>
          <dgm:animLvl val="lvl"/>
          <dgm:resizeHandles val="exact"/>
        </dgm:presLayoutVars>
      </dgm:prSet>
      <dgm:spPr/>
    </dgm:pt>
    <dgm:pt modelId="{6CCD0B17-A16C-4A8B-B5C9-818D63E740AE}" type="pres">
      <dgm:prSet presAssocID="{8743186D-561A-44BF-8F20-B3DA879AF524}" presName="parentLin" presStyleCnt="0"/>
      <dgm:spPr/>
    </dgm:pt>
    <dgm:pt modelId="{D362932F-8CD2-4EA1-A46F-518063C28838}" type="pres">
      <dgm:prSet presAssocID="{8743186D-561A-44BF-8F20-B3DA879AF524}" presName="parentLeftMargin" presStyleLbl="node1" presStyleIdx="0" presStyleCnt="4"/>
      <dgm:spPr/>
    </dgm:pt>
    <dgm:pt modelId="{1E9CBDFF-AF69-4C77-8559-6A0413BCE15B}" type="pres">
      <dgm:prSet presAssocID="{8743186D-561A-44BF-8F20-B3DA879AF5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ECEA227-B9B7-455E-9036-35EF08CB34AB}" type="pres">
      <dgm:prSet presAssocID="{8743186D-561A-44BF-8F20-B3DA879AF524}" presName="negativeSpace" presStyleCnt="0"/>
      <dgm:spPr/>
    </dgm:pt>
    <dgm:pt modelId="{7A5BEDE4-DABA-4071-821E-FB0DA57FB581}" type="pres">
      <dgm:prSet presAssocID="{8743186D-561A-44BF-8F20-B3DA879AF524}" presName="childText" presStyleLbl="conFgAcc1" presStyleIdx="0" presStyleCnt="4">
        <dgm:presLayoutVars>
          <dgm:bulletEnabled val="1"/>
        </dgm:presLayoutVars>
      </dgm:prSet>
      <dgm:spPr/>
    </dgm:pt>
    <dgm:pt modelId="{F1E89846-3D44-40C9-B7E8-326E7B47AA21}" type="pres">
      <dgm:prSet presAssocID="{37149919-9E9D-47CB-9F75-FA2E74D14AE6}" presName="spaceBetweenRectangles" presStyleCnt="0"/>
      <dgm:spPr/>
    </dgm:pt>
    <dgm:pt modelId="{0C5F2414-30A4-4005-AC1D-B6E1F623BDA5}" type="pres">
      <dgm:prSet presAssocID="{5C03D234-7A98-41EB-9DDD-2481D2926CCE}" presName="parentLin" presStyleCnt="0"/>
      <dgm:spPr/>
    </dgm:pt>
    <dgm:pt modelId="{D5A80948-AE07-4888-8DB2-65A2CB14F8B8}" type="pres">
      <dgm:prSet presAssocID="{5C03D234-7A98-41EB-9DDD-2481D2926CCE}" presName="parentLeftMargin" presStyleLbl="node1" presStyleIdx="0" presStyleCnt="4"/>
      <dgm:spPr/>
    </dgm:pt>
    <dgm:pt modelId="{120016CC-B355-459D-99B7-60DC39196F28}" type="pres">
      <dgm:prSet presAssocID="{5C03D234-7A98-41EB-9DDD-2481D2926CC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CAA4A1-8344-45B0-87AC-4EABBC9B7D5C}" type="pres">
      <dgm:prSet presAssocID="{5C03D234-7A98-41EB-9DDD-2481D2926CCE}" presName="negativeSpace" presStyleCnt="0"/>
      <dgm:spPr/>
    </dgm:pt>
    <dgm:pt modelId="{229E53BE-E15D-4BCA-82DE-9B2FB2247F2C}" type="pres">
      <dgm:prSet presAssocID="{5C03D234-7A98-41EB-9DDD-2481D2926CCE}" presName="childText" presStyleLbl="conFgAcc1" presStyleIdx="1" presStyleCnt="4" custLinFactNeighborX="505" custLinFactNeighborY="-50397">
        <dgm:presLayoutVars>
          <dgm:bulletEnabled val="1"/>
        </dgm:presLayoutVars>
      </dgm:prSet>
      <dgm:spPr/>
    </dgm:pt>
    <dgm:pt modelId="{BCE05F8B-81CB-493B-9F03-F589415D793A}" type="pres">
      <dgm:prSet presAssocID="{D75B98FB-C563-4E9F-98F7-FC3CC222A8A3}" presName="spaceBetweenRectangles" presStyleCnt="0"/>
      <dgm:spPr/>
    </dgm:pt>
    <dgm:pt modelId="{0DBF7CFF-562F-4511-A2DB-684BC11ECC0C}" type="pres">
      <dgm:prSet presAssocID="{DAAC8964-A386-43AF-9332-E2B2683AB33E}" presName="parentLin" presStyleCnt="0"/>
      <dgm:spPr/>
    </dgm:pt>
    <dgm:pt modelId="{E897B252-9F5A-4ECC-B731-D383D6E4AF70}" type="pres">
      <dgm:prSet presAssocID="{DAAC8964-A386-43AF-9332-E2B2683AB33E}" presName="parentLeftMargin" presStyleLbl="node1" presStyleIdx="1" presStyleCnt="4"/>
      <dgm:spPr/>
    </dgm:pt>
    <dgm:pt modelId="{A48C9652-358B-4C43-BA62-E3BFEDD85B96}" type="pres">
      <dgm:prSet presAssocID="{DAAC8964-A386-43AF-9332-E2B2683AB3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0A2F5F-0997-4670-86FC-0CCF7C40B526}" type="pres">
      <dgm:prSet presAssocID="{DAAC8964-A386-43AF-9332-E2B2683AB33E}" presName="negativeSpace" presStyleCnt="0"/>
      <dgm:spPr/>
    </dgm:pt>
    <dgm:pt modelId="{A8B5425D-7E7C-40ED-B11D-36B5A2FBD1FF}" type="pres">
      <dgm:prSet presAssocID="{DAAC8964-A386-43AF-9332-E2B2683AB33E}" presName="childText" presStyleLbl="conFgAcc1" presStyleIdx="2" presStyleCnt="4">
        <dgm:presLayoutVars>
          <dgm:bulletEnabled val="1"/>
        </dgm:presLayoutVars>
      </dgm:prSet>
      <dgm:spPr/>
    </dgm:pt>
    <dgm:pt modelId="{804FE8C9-A084-4FA7-A9BF-1B7486E1D543}" type="pres">
      <dgm:prSet presAssocID="{EAA6C66D-DCB3-4289-B0D4-EE64F3D71566}" presName="spaceBetweenRectangles" presStyleCnt="0"/>
      <dgm:spPr/>
    </dgm:pt>
    <dgm:pt modelId="{2309B481-E988-48CD-B795-DEF47A09B855}" type="pres">
      <dgm:prSet presAssocID="{662F508D-E95F-40FB-9AFB-696DB0148D88}" presName="parentLin" presStyleCnt="0"/>
      <dgm:spPr/>
    </dgm:pt>
    <dgm:pt modelId="{D028BD3E-2028-4A64-95BB-D0ADCD409F0F}" type="pres">
      <dgm:prSet presAssocID="{662F508D-E95F-40FB-9AFB-696DB0148D88}" presName="parentLeftMargin" presStyleLbl="node1" presStyleIdx="2" presStyleCnt="4"/>
      <dgm:spPr/>
    </dgm:pt>
    <dgm:pt modelId="{42FE8C2E-2952-458E-8F8F-8C3B0AAD6B3B}" type="pres">
      <dgm:prSet presAssocID="{662F508D-E95F-40FB-9AFB-696DB0148D8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AF70090-3D0C-4828-A214-C3D41527514B}" type="pres">
      <dgm:prSet presAssocID="{662F508D-E95F-40FB-9AFB-696DB0148D88}" presName="negativeSpace" presStyleCnt="0"/>
      <dgm:spPr/>
    </dgm:pt>
    <dgm:pt modelId="{3727E209-CEC2-4739-AA22-1EA1777DFEAD}" type="pres">
      <dgm:prSet presAssocID="{662F508D-E95F-40FB-9AFB-696DB0148D8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9275916-17C3-4C79-BF8A-5CA6BA9E076D}" type="presOf" srcId="{5C03D234-7A98-41EB-9DDD-2481D2926CCE}" destId="{D5A80948-AE07-4888-8DB2-65A2CB14F8B8}" srcOrd="0" destOrd="0" presId="urn:microsoft.com/office/officeart/2005/8/layout/list1"/>
    <dgm:cxn modelId="{D9EB0418-A923-44C1-AF47-CB82A7DE5183}" type="presOf" srcId="{C7E61C8B-B248-4067-835A-0544C26C1978}" destId="{229E53BE-E15D-4BCA-82DE-9B2FB2247F2C}" srcOrd="0" destOrd="0" presId="urn:microsoft.com/office/officeart/2005/8/layout/list1"/>
    <dgm:cxn modelId="{C0945B1D-DBD0-4949-A0F1-8F480E267CFD}" srcId="{93DB2AF7-7E0A-4F71-975C-10C2C2DF61EC}" destId="{662F508D-E95F-40FB-9AFB-696DB0148D88}" srcOrd="3" destOrd="0" parTransId="{036E641F-81BD-4BC3-91F9-2893FDF1A5F7}" sibTransId="{2415A11A-9F6B-4F52-BAA2-25BD37196183}"/>
    <dgm:cxn modelId="{7EEB2C27-D6B9-4E6E-B9F3-5F37BDADE3E7}" type="presOf" srcId="{8743186D-561A-44BF-8F20-B3DA879AF524}" destId="{D362932F-8CD2-4EA1-A46F-518063C28838}" srcOrd="0" destOrd="0" presId="urn:microsoft.com/office/officeart/2005/8/layout/list1"/>
    <dgm:cxn modelId="{53FE343D-4324-49BE-8EC2-E4398F4D0B8F}" type="presOf" srcId="{DAAC8964-A386-43AF-9332-E2B2683AB33E}" destId="{A48C9652-358B-4C43-BA62-E3BFEDD85B96}" srcOrd="1" destOrd="0" presId="urn:microsoft.com/office/officeart/2005/8/layout/list1"/>
    <dgm:cxn modelId="{9282324A-11AB-41CB-8576-1B27D00F7232}" srcId="{93DB2AF7-7E0A-4F71-975C-10C2C2DF61EC}" destId="{5C03D234-7A98-41EB-9DDD-2481D2926CCE}" srcOrd="1" destOrd="0" parTransId="{6243AD31-3450-4AF0-AB81-BF1E0C4F9615}" sibTransId="{D75B98FB-C563-4E9F-98F7-FC3CC222A8A3}"/>
    <dgm:cxn modelId="{8FDDAE56-3BBA-4AD1-95AF-C8B735154958}" srcId="{5C03D234-7A98-41EB-9DDD-2481D2926CCE}" destId="{C7E61C8B-B248-4067-835A-0544C26C1978}" srcOrd="0" destOrd="0" parTransId="{7F77DD94-9355-4D9C-850F-A54A40CA2186}" sibTransId="{BF478F10-8F8C-4027-B302-9675BF884BBE}"/>
    <dgm:cxn modelId="{0F359E5A-B942-4AA3-A483-C7292F5A7A9F}" type="presOf" srcId="{DAAC8964-A386-43AF-9332-E2B2683AB33E}" destId="{E897B252-9F5A-4ECC-B731-D383D6E4AF70}" srcOrd="0" destOrd="0" presId="urn:microsoft.com/office/officeart/2005/8/layout/list1"/>
    <dgm:cxn modelId="{3AE2F57E-8D5D-4E86-B382-6AE68BF92D7A}" type="presOf" srcId="{B1647E78-A1CE-4DF2-B953-E5118FB2B492}" destId="{229E53BE-E15D-4BCA-82DE-9B2FB2247F2C}" srcOrd="0" destOrd="2" presId="urn:microsoft.com/office/officeart/2005/8/layout/list1"/>
    <dgm:cxn modelId="{47657083-0BBA-49B3-B4C3-3595B8C4EF37}" type="presOf" srcId="{662F508D-E95F-40FB-9AFB-696DB0148D88}" destId="{42FE8C2E-2952-458E-8F8F-8C3B0AAD6B3B}" srcOrd="1" destOrd="0" presId="urn:microsoft.com/office/officeart/2005/8/layout/list1"/>
    <dgm:cxn modelId="{B7DAA48C-4449-4E35-801D-6BED7ADCE213}" srcId="{8743186D-561A-44BF-8F20-B3DA879AF524}" destId="{E4EDA01C-9CC1-4DE7-BE67-F32A81BA0239}" srcOrd="1" destOrd="0" parTransId="{2FBD9640-FD0F-47D7-9B90-78A211B6B9EF}" sibTransId="{A3734F64-0D89-4042-8B0F-B4783839D289}"/>
    <dgm:cxn modelId="{369E8E90-71BF-4AFF-BA04-AD23345ADFB4}" srcId="{5C03D234-7A98-41EB-9DDD-2481D2926CCE}" destId="{B1647E78-A1CE-4DF2-B953-E5118FB2B492}" srcOrd="2" destOrd="0" parTransId="{640EE32B-1D87-4EC8-ACC4-65ADE7FCFF6C}" sibTransId="{D1D90A8F-66D0-4813-A9C8-75C60E947528}"/>
    <dgm:cxn modelId="{4028C299-0A3D-40BA-BE05-F4579198132F}" type="presOf" srcId="{E4EDA01C-9CC1-4DE7-BE67-F32A81BA0239}" destId="{7A5BEDE4-DABA-4071-821E-FB0DA57FB581}" srcOrd="0" destOrd="1" presId="urn:microsoft.com/office/officeart/2005/8/layout/list1"/>
    <dgm:cxn modelId="{E0FFBBA1-E02B-4E81-93E6-2A5A02246FA4}" type="presOf" srcId="{89E2F52C-E0B4-4665-BEB6-800EF471F0D6}" destId="{A8B5425D-7E7C-40ED-B11D-36B5A2FBD1FF}" srcOrd="0" destOrd="0" presId="urn:microsoft.com/office/officeart/2005/8/layout/list1"/>
    <dgm:cxn modelId="{E8A150A4-FE2B-489F-8528-19564FD463FA}" type="presOf" srcId="{9041A1D1-9761-47A3-AD70-54CB20511200}" destId="{229E53BE-E15D-4BCA-82DE-9B2FB2247F2C}" srcOrd="0" destOrd="1" presId="urn:microsoft.com/office/officeart/2005/8/layout/list1"/>
    <dgm:cxn modelId="{29018AA8-DE7D-4E09-9E01-0862FD4E65A0}" type="presOf" srcId="{4E158361-6750-4068-9EB8-7AE6D6D840BC}" destId="{7A5BEDE4-DABA-4071-821E-FB0DA57FB581}" srcOrd="0" destOrd="0" presId="urn:microsoft.com/office/officeart/2005/8/layout/list1"/>
    <dgm:cxn modelId="{94DE90A9-DC3E-4E77-A9BE-F540E4EC3BF3}" srcId="{5C03D234-7A98-41EB-9DDD-2481D2926CCE}" destId="{9041A1D1-9761-47A3-AD70-54CB20511200}" srcOrd="1" destOrd="0" parTransId="{9117BC99-A580-4831-A954-E224B5B93685}" sibTransId="{233CE05C-12F5-4C51-BC69-6048C22E4A19}"/>
    <dgm:cxn modelId="{A19855B0-B485-4A1F-A1D7-19186859F58E}" type="presOf" srcId="{8743186D-561A-44BF-8F20-B3DA879AF524}" destId="{1E9CBDFF-AF69-4C77-8559-6A0413BCE15B}" srcOrd="1" destOrd="0" presId="urn:microsoft.com/office/officeart/2005/8/layout/list1"/>
    <dgm:cxn modelId="{D8C060B1-38B7-4991-91CC-8A65006C4802}" srcId="{DAAC8964-A386-43AF-9332-E2B2683AB33E}" destId="{89E2F52C-E0B4-4665-BEB6-800EF471F0D6}" srcOrd="0" destOrd="0" parTransId="{8D2EDDBD-A6A1-47C3-BFF5-9AAC1A2BDDD8}" sibTransId="{C2C24978-FD5B-4C33-9E2B-FD7BAF7ABE51}"/>
    <dgm:cxn modelId="{C70360B2-CD98-4468-A884-078C552FCB06}" type="presOf" srcId="{5C03D234-7A98-41EB-9DDD-2481D2926CCE}" destId="{120016CC-B355-459D-99B7-60DC39196F28}" srcOrd="1" destOrd="0" presId="urn:microsoft.com/office/officeart/2005/8/layout/list1"/>
    <dgm:cxn modelId="{49F307B5-3A06-4541-A81B-215AF0ADFDE9}" srcId="{93DB2AF7-7E0A-4F71-975C-10C2C2DF61EC}" destId="{8743186D-561A-44BF-8F20-B3DA879AF524}" srcOrd="0" destOrd="0" parTransId="{3E252E8D-7725-437A-A20F-61FC242D3EB4}" sibTransId="{37149919-9E9D-47CB-9F75-FA2E74D14AE6}"/>
    <dgm:cxn modelId="{93BF85B5-ACD8-43B9-83BB-992182DEE23B}" type="presOf" srcId="{93DB2AF7-7E0A-4F71-975C-10C2C2DF61EC}" destId="{2C47B136-ED9A-413A-B076-C72451C2EA4F}" srcOrd="0" destOrd="0" presId="urn:microsoft.com/office/officeart/2005/8/layout/list1"/>
    <dgm:cxn modelId="{B79163B6-99EA-456D-89D5-9B85DC863F62}" srcId="{5C03D234-7A98-41EB-9DDD-2481D2926CCE}" destId="{6B396F2D-8F3B-4A2A-936E-C0140A1DE66C}" srcOrd="3" destOrd="0" parTransId="{54E6256C-C019-45AF-BA52-BAD6065CE39B}" sibTransId="{4A7E7336-1583-4185-AB75-CFCE9EED177B}"/>
    <dgm:cxn modelId="{C43F18CA-156F-4645-8D4D-65CD2F655341}" type="presOf" srcId="{6B396F2D-8F3B-4A2A-936E-C0140A1DE66C}" destId="{229E53BE-E15D-4BCA-82DE-9B2FB2247F2C}" srcOrd="0" destOrd="3" presId="urn:microsoft.com/office/officeart/2005/8/layout/list1"/>
    <dgm:cxn modelId="{FFACD7CB-AAD9-4EB6-A52D-305A7A42F62D}" type="presOf" srcId="{70BCCDC0-5947-4250-B21B-3BC3344CD27E}" destId="{3727E209-CEC2-4739-AA22-1EA1777DFEAD}" srcOrd="0" destOrd="1" presId="urn:microsoft.com/office/officeart/2005/8/layout/list1"/>
    <dgm:cxn modelId="{756043CC-5FFD-4106-96A7-0A734A14017C}" type="presOf" srcId="{662F508D-E95F-40FB-9AFB-696DB0148D88}" destId="{D028BD3E-2028-4A64-95BB-D0ADCD409F0F}" srcOrd="0" destOrd="0" presId="urn:microsoft.com/office/officeart/2005/8/layout/list1"/>
    <dgm:cxn modelId="{FA5927D3-1DE2-445C-AF4C-B6F4A66FD667}" srcId="{8743186D-561A-44BF-8F20-B3DA879AF524}" destId="{4E158361-6750-4068-9EB8-7AE6D6D840BC}" srcOrd="0" destOrd="0" parTransId="{703EEB3F-4C14-4FAB-8895-7927E7F2B470}" sibTransId="{94CBA621-583E-4C45-9108-23DA04E8F2B7}"/>
    <dgm:cxn modelId="{B613AFD4-BAF1-4954-81E7-69CD8DBAC9D2}" srcId="{662F508D-E95F-40FB-9AFB-696DB0148D88}" destId="{553B1361-A968-4F53-B5EE-2F7BD9BD7DC3}" srcOrd="0" destOrd="0" parTransId="{E1B2B39F-C5E5-4F6D-9B54-293916AF9F1F}" sibTransId="{E4A92E2F-4C13-4C53-9D72-213B8F07DB4D}"/>
    <dgm:cxn modelId="{0BD1DADA-F8BB-4252-AC44-20C9D89CF3A8}" srcId="{93DB2AF7-7E0A-4F71-975C-10C2C2DF61EC}" destId="{DAAC8964-A386-43AF-9332-E2B2683AB33E}" srcOrd="2" destOrd="0" parTransId="{96747630-AA80-4392-A215-846C05A0B753}" sibTransId="{EAA6C66D-DCB3-4289-B0D4-EE64F3D71566}"/>
    <dgm:cxn modelId="{52CD9BF6-473D-4871-AFE8-F59688FDB1FE}" type="presOf" srcId="{553B1361-A968-4F53-B5EE-2F7BD9BD7DC3}" destId="{3727E209-CEC2-4739-AA22-1EA1777DFEAD}" srcOrd="0" destOrd="0" presId="urn:microsoft.com/office/officeart/2005/8/layout/list1"/>
    <dgm:cxn modelId="{CC9048FC-37FD-4554-8DEE-4D014B7993CA}" srcId="{662F508D-E95F-40FB-9AFB-696DB0148D88}" destId="{70BCCDC0-5947-4250-B21B-3BC3344CD27E}" srcOrd="1" destOrd="0" parTransId="{26E05A77-E3B8-4502-9E4B-3974A560A5CF}" sibTransId="{C8416E4A-B030-46A9-9F26-009D11A0B606}"/>
    <dgm:cxn modelId="{2006565E-2429-43FD-AFA3-F370CD0FF871}" type="presParOf" srcId="{2C47B136-ED9A-413A-B076-C72451C2EA4F}" destId="{6CCD0B17-A16C-4A8B-B5C9-818D63E740AE}" srcOrd="0" destOrd="0" presId="urn:microsoft.com/office/officeart/2005/8/layout/list1"/>
    <dgm:cxn modelId="{C03D607A-0EC4-43A5-9298-E3FB91229F06}" type="presParOf" srcId="{6CCD0B17-A16C-4A8B-B5C9-818D63E740AE}" destId="{D362932F-8CD2-4EA1-A46F-518063C28838}" srcOrd="0" destOrd="0" presId="urn:microsoft.com/office/officeart/2005/8/layout/list1"/>
    <dgm:cxn modelId="{9E4A6FDB-4643-40A3-AE88-70199358F133}" type="presParOf" srcId="{6CCD0B17-A16C-4A8B-B5C9-818D63E740AE}" destId="{1E9CBDFF-AF69-4C77-8559-6A0413BCE15B}" srcOrd="1" destOrd="0" presId="urn:microsoft.com/office/officeart/2005/8/layout/list1"/>
    <dgm:cxn modelId="{CED3F928-6115-444F-8968-154CE6852BED}" type="presParOf" srcId="{2C47B136-ED9A-413A-B076-C72451C2EA4F}" destId="{7ECEA227-B9B7-455E-9036-35EF08CB34AB}" srcOrd="1" destOrd="0" presId="urn:microsoft.com/office/officeart/2005/8/layout/list1"/>
    <dgm:cxn modelId="{E60B07CE-626A-49FF-BCCF-EA860A4C6160}" type="presParOf" srcId="{2C47B136-ED9A-413A-B076-C72451C2EA4F}" destId="{7A5BEDE4-DABA-4071-821E-FB0DA57FB581}" srcOrd="2" destOrd="0" presId="urn:microsoft.com/office/officeart/2005/8/layout/list1"/>
    <dgm:cxn modelId="{C3C73AB9-C241-49C4-8268-962BABE34999}" type="presParOf" srcId="{2C47B136-ED9A-413A-B076-C72451C2EA4F}" destId="{F1E89846-3D44-40C9-B7E8-326E7B47AA21}" srcOrd="3" destOrd="0" presId="urn:microsoft.com/office/officeart/2005/8/layout/list1"/>
    <dgm:cxn modelId="{F47B25E0-57BF-47E9-AA12-3CCE64380A5C}" type="presParOf" srcId="{2C47B136-ED9A-413A-B076-C72451C2EA4F}" destId="{0C5F2414-30A4-4005-AC1D-B6E1F623BDA5}" srcOrd="4" destOrd="0" presId="urn:microsoft.com/office/officeart/2005/8/layout/list1"/>
    <dgm:cxn modelId="{771FB409-D495-4664-9BAB-6C6149BDE00E}" type="presParOf" srcId="{0C5F2414-30A4-4005-AC1D-B6E1F623BDA5}" destId="{D5A80948-AE07-4888-8DB2-65A2CB14F8B8}" srcOrd="0" destOrd="0" presId="urn:microsoft.com/office/officeart/2005/8/layout/list1"/>
    <dgm:cxn modelId="{947E9652-904E-4043-9A6D-DBF130DCAEBB}" type="presParOf" srcId="{0C5F2414-30A4-4005-AC1D-B6E1F623BDA5}" destId="{120016CC-B355-459D-99B7-60DC39196F28}" srcOrd="1" destOrd="0" presId="urn:microsoft.com/office/officeart/2005/8/layout/list1"/>
    <dgm:cxn modelId="{447BC4A4-B2C5-472A-A169-8CE535DA66A6}" type="presParOf" srcId="{2C47B136-ED9A-413A-B076-C72451C2EA4F}" destId="{B5CAA4A1-8344-45B0-87AC-4EABBC9B7D5C}" srcOrd="5" destOrd="0" presId="urn:microsoft.com/office/officeart/2005/8/layout/list1"/>
    <dgm:cxn modelId="{01CC435D-36F3-492D-B3A3-C2D2F053193D}" type="presParOf" srcId="{2C47B136-ED9A-413A-B076-C72451C2EA4F}" destId="{229E53BE-E15D-4BCA-82DE-9B2FB2247F2C}" srcOrd="6" destOrd="0" presId="urn:microsoft.com/office/officeart/2005/8/layout/list1"/>
    <dgm:cxn modelId="{20592FF7-6087-4AAA-AB5C-C221A71118B8}" type="presParOf" srcId="{2C47B136-ED9A-413A-B076-C72451C2EA4F}" destId="{BCE05F8B-81CB-493B-9F03-F589415D793A}" srcOrd="7" destOrd="0" presId="urn:microsoft.com/office/officeart/2005/8/layout/list1"/>
    <dgm:cxn modelId="{AF9D3EC7-A2DF-4F96-A344-C1286271079A}" type="presParOf" srcId="{2C47B136-ED9A-413A-B076-C72451C2EA4F}" destId="{0DBF7CFF-562F-4511-A2DB-684BC11ECC0C}" srcOrd="8" destOrd="0" presId="urn:microsoft.com/office/officeart/2005/8/layout/list1"/>
    <dgm:cxn modelId="{45EFE732-2D27-4CF0-9140-4AB9CB2737C4}" type="presParOf" srcId="{0DBF7CFF-562F-4511-A2DB-684BC11ECC0C}" destId="{E897B252-9F5A-4ECC-B731-D383D6E4AF70}" srcOrd="0" destOrd="0" presId="urn:microsoft.com/office/officeart/2005/8/layout/list1"/>
    <dgm:cxn modelId="{B3E6B451-495B-4605-A1FC-4A4576D240B9}" type="presParOf" srcId="{0DBF7CFF-562F-4511-A2DB-684BC11ECC0C}" destId="{A48C9652-358B-4C43-BA62-E3BFEDD85B96}" srcOrd="1" destOrd="0" presId="urn:microsoft.com/office/officeart/2005/8/layout/list1"/>
    <dgm:cxn modelId="{1B27EAC4-BDC4-4C59-B389-AC389B312002}" type="presParOf" srcId="{2C47B136-ED9A-413A-B076-C72451C2EA4F}" destId="{EB0A2F5F-0997-4670-86FC-0CCF7C40B526}" srcOrd="9" destOrd="0" presId="urn:microsoft.com/office/officeart/2005/8/layout/list1"/>
    <dgm:cxn modelId="{F5860127-4985-4F11-8DFD-9B36FB8B5F99}" type="presParOf" srcId="{2C47B136-ED9A-413A-B076-C72451C2EA4F}" destId="{A8B5425D-7E7C-40ED-B11D-36B5A2FBD1FF}" srcOrd="10" destOrd="0" presId="urn:microsoft.com/office/officeart/2005/8/layout/list1"/>
    <dgm:cxn modelId="{04E666EE-5DAD-48D0-9A2E-C330559102AB}" type="presParOf" srcId="{2C47B136-ED9A-413A-B076-C72451C2EA4F}" destId="{804FE8C9-A084-4FA7-A9BF-1B7486E1D543}" srcOrd="11" destOrd="0" presId="urn:microsoft.com/office/officeart/2005/8/layout/list1"/>
    <dgm:cxn modelId="{FE093C3B-64F3-4545-BB1B-FB905B401D4E}" type="presParOf" srcId="{2C47B136-ED9A-413A-B076-C72451C2EA4F}" destId="{2309B481-E988-48CD-B795-DEF47A09B855}" srcOrd="12" destOrd="0" presId="urn:microsoft.com/office/officeart/2005/8/layout/list1"/>
    <dgm:cxn modelId="{5FBD5226-B134-40B7-92ED-DCFB131CC580}" type="presParOf" srcId="{2309B481-E988-48CD-B795-DEF47A09B855}" destId="{D028BD3E-2028-4A64-95BB-D0ADCD409F0F}" srcOrd="0" destOrd="0" presId="urn:microsoft.com/office/officeart/2005/8/layout/list1"/>
    <dgm:cxn modelId="{030FF2CB-0D34-499A-ADFB-27F21EEBDE27}" type="presParOf" srcId="{2309B481-E988-48CD-B795-DEF47A09B855}" destId="{42FE8C2E-2952-458E-8F8F-8C3B0AAD6B3B}" srcOrd="1" destOrd="0" presId="urn:microsoft.com/office/officeart/2005/8/layout/list1"/>
    <dgm:cxn modelId="{E4AA0D69-F6ED-4345-B66F-F82046B130B9}" type="presParOf" srcId="{2C47B136-ED9A-413A-B076-C72451C2EA4F}" destId="{4AF70090-3D0C-4828-A214-C3D41527514B}" srcOrd="13" destOrd="0" presId="urn:microsoft.com/office/officeart/2005/8/layout/list1"/>
    <dgm:cxn modelId="{096C80B2-B111-4C86-BE4C-300E980F17FF}" type="presParOf" srcId="{2C47B136-ED9A-413A-B076-C72451C2EA4F}" destId="{3727E209-CEC2-4739-AA22-1EA1777DFEA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EBF274-70EF-429B-B31E-016F98E3D694}" type="doc">
      <dgm:prSet loTypeId="urn:microsoft.com/office/officeart/2008/layout/LinedList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E2A9B39-1F0B-4D1F-B30E-D71180823288}">
      <dgm:prSet/>
      <dgm:spPr/>
      <dgm:t>
        <a:bodyPr/>
        <a:lstStyle/>
        <a:p>
          <a:r>
            <a:rPr lang="en-US" dirty="0"/>
            <a:t>1. </a:t>
          </a:r>
          <a:r>
            <a:rPr lang="en-US" dirty="0" err="1"/>
            <a:t>Leiders</a:t>
          </a:r>
          <a:r>
            <a:rPr lang="en-US" dirty="0"/>
            <a:t> </a:t>
          </a:r>
          <a:r>
            <a:rPr lang="en-US" dirty="0" err="1"/>
            <a:t>krijgen</a:t>
          </a:r>
          <a:r>
            <a:rPr lang="en-US" dirty="0"/>
            <a:t> </a:t>
          </a:r>
          <a:r>
            <a:rPr lang="en-US" dirty="0" err="1"/>
            <a:t>meer</a:t>
          </a:r>
          <a:r>
            <a:rPr lang="en-US" dirty="0"/>
            <a:t> </a:t>
          </a:r>
          <a:r>
            <a:rPr lang="en-US" dirty="0" err="1"/>
            <a:t>verantwoordelijkheid</a:t>
          </a:r>
          <a:r>
            <a:rPr lang="en-US" dirty="0"/>
            <a:t> (</a:t>
          </a:r>
          <a:r>
            <a:rPr lang="en-US" dirty="0" err="1"/>
            <a:t>actief</a:t>
          </a:r>
          <a:r>
            <a:rPr lang="en-US" dirty="0"/>
            <a:t> </a:t>
          </a:r>
          <a:r>
            <a:rPr lang="en-US" dirty="0" err="1"/>
            <a:t>uitdragen</a:t>
          </a:r>
          <a:r>
            <a:rPr lang="en-US" dirty="0"/>
            <a:t>) (4.3.1.1)</a:t>
          </a:r>
        </a:p>
      </dgm:t>
    </dgm:pt>
    <dgm:pt modelId="{C4F7E54D-9C86-4F84-93F2-2E5969CEF651}" type="parTrans" cxnId="{8F553AA7-72EC-484D-B743-737530DE2B58}">
      <dgm:prSet/>
      <dgm:spPr/>
      <dgm:t>
        <a:bodyPr/>
        <a:lstStyle/>
        <a:p>
          <a:endParaRPr lang="en-US"/>
        </a:p>
      </dgm:t>
    </dgm:pt>
    <dgm:pt modelId="{945512E5-3BDE-44CC-ADF5-1143BFE13C70}" type="sibTrans" cxnId="{8F553AA7-72EC-484D-B743-737530DE2B58}">
      <dgm:prSet/>
      <dgm:spPr/>
      <dgm:t>
        <a:bodyPr/>
        <a:lstStyle/>
        <a:p>
          <a:endParaRPr lang="en-US"/>
        </a:p>
      </dgm:t>
    </dgm:pt>
    <dgm:pt modelId="{474C653F-78E8-49A9-990C-F0D82CC329E5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Expliciteer</a:t>
          </a:r>
          <a:r>
            <a:rPr lang="en-US" dirty="0"/>
            <a:t> </a:t>
          </a:r>
          <a:r>
            <a:rPr lang="en-US" dirty="0" err="1"/>
            <a:t>verantwoordelijkheden</a:t>
          </a:r>
          <a:r>
            <a:rPr lang="en-US" dirty="0"/>
            <a:t> en </a:t>
          </a:r>
          <a:r>
            <a:rPr lang="en-US" dirty="0" err="1"/>
            <a:t>tijd</a:t>
          </a:r>
          <a:r>
            <a:rPr lang="en-US" dirty="0"/>
            <a:t> op alle </a:t>
          </a:r>
          <a:r>
            <a:rPr lang="en-US" dirty="0" err="1"/>
            <a:t>niveau’s</a:t>
          </a:r>
          <a:r>
            <a:rPr lang="en-US" dirty="0"/>
            <a:t> (4.3.2.4/5)</a:t>
          </a:r>
        </a:p>
      </dgm:t>
    </dgm:pt>
    <dgm:pt modelId="{52968FFD-2D22-43C6-A913-871C077CC0AC}" type="parTrans" cxnId="{5ECE24E7-18E5-4607-B9AD-1ED82A3BD96A}">
      <dgm:prSet/>
      <dgm:spPr/>
      <dgm:t>
        <a:bodyPr/>
        <a:lstStyle/>
        <a:p>
          <a:endParaRPr lang="en-US"/>
        </a:p>
      </dgm:t>
    </dgm:pt>
    <dgm:pt modelId="{E56D208C-1D69-420F-81E8-86F828AF9C70}" type="sibTrans" cxnId="{5ECE24E7-18E5-4607-B9AD-1ED82A3BD96A}">
      <dgm:prSet/>
      <dgm:spPr/>
      <dgm:t>
        <a:bodyPr/>
        <a:lstStyle/>
        <a:p>
          <a:endParaRPr lang="en-US"/>
        </a:p>
      </dgm:t>
    </dgm:pt>
    <dgm:pt modelId="{F98D68E9-5C5C-422B-8772-DF03048FDCA1}">
      <dgm:prSet/>
      <dgm:spPr/>
      <dgm:t>
        <a:bodyPr/>
        <a:lstStyle/>
        <a:p>
          <a:r>
            <a:rPr lang="en-US" dirty="0"/>
            <a:t>3. Maak </a:t>
          </a:r>
          <a:r>
            <a:rPr lang="en-US" dirty="0" err="1"/>
            <a:t>richtlijnen</a:t>
          </a:r>
          <a:r>
            <a:rPr lang="en-US" dirty="0"/>
            <a:t> voor A.I.-</a:t>
          </a:r>
          <a:r>
            <a:rPr lang="en-US" dirty="0" err="1"/>
            <a:t>gebruik</a:t>
          </a:r>
          <a:r>
            <a:rPr lang="en-US" dirty="0"/>
            <a:t> (4.3.2.9)</a:t>
          </a:r>
        </a:p>
      </dgm:t>
    </dgm:pt>
    <dgm:pt modelId="{EF62DCF0-128C-4996-B075-57CA88D23764}" type="parTrans" cxnId="{D0C5C77A-EB9F-4257-9D5B-91FD1FBC7FB6}">
      <dgm:prSet/>
      <dgm:spPr/>
      <dgm:t>
        <a:bodyPr/>
        <a:lstStyle/>
        <a:p>
          <a:endParaRPr lang="en-US"/>
        </a:p>
      </dgm:t>
    </dgm:pt>
    <dgm:pt modelId="{2D1932F7-E925-4CE4-9171-962C0F6238C9}" type="sibTrans" cxnId="{D0C5C77A-EB9F-4257-9D5B-91FD1FBC7FB6}">
      <dgm:prSet/>
      <dgm:spPr/>
      <dgm:t>
        <a:bodyPr/>
        <a:lstStyle/>
        <a:p>
          <a:endParaRPr lang="en-US"/>
        </a:p>
      </dgm:t>
    </dgm:pt>
    <dgm:pt modelId="{B714260F-CABF-4378-BF86-0D0FBA6AFD79}">
      <dgm:prSet/>
      <dgm:spPr/>
      <dgm:t>
        <a:bodyPr/>
        <a:lstStyle/>
        <a:p>
          <a:r>
            <a:rPr lang="en-US" dirty="0"/>
            <a:t>4. Maak </a:t>
          </a:r>
          <a:r>
            <a:rPr lang="en-US" dirty="0" err="1"/>
            <a:t>nevenfuncties</a:t>
          </a:r>
          <a:r>
            <a:rPr lang="en-US" dirty="0"/>
            <a:t> en </a:t>
          </a:r>
          <a:r>
            <a:rPr lang="en-US" dirty="0" err="1"/>
            <a:t>leerstoelfinanciering</a:t>
          </a:r>
          <a:r>
            <a:rPr lang="en-US" dirty="0"/>
            <a:t> </a:t>
          </a:r>
          <a:r>
            <a:rPr lang="en-US" dirty="0" err="1"/>
            <a:t>openbaar</a:t>
          </a:r>
          <a:r>
            <a:rPr lang="en-US" dirty="0"/>
            <a:t> (4.3.2.13/14)</a:t>
          </a:r>
        </a:p>
      </dgm:t>
    </dgm:pt>
    <dgm:pt modelId="{D117EA69-B94D-42D9-8808-235771C4721E}" type="parTrans" cxnId="{6613C3B3-2ABD-4F25-9158-27B4A62D8CE6}">
      <dgm:prSet/>
      <dgm:spPr/>
      <dgm:t>
        <a:bodyPr/>
        <a:lstStyle/>
        <a:p>
          <a:endParaRPr lang="en-US"/>
        </a:p>
      </dgm:t>
    </dgm:pt>
    <dgm:pt modelId="{A92D18C9-ED4D-4525-8784-1B2C39B0862C}" type="sibTrans" cxnId="{6613C3B3-2ABD-4F25-9158-27B4A62D8CE6}">
      <dgm:prSet/>
      <dgm:spPr/>
      <dgm:t>
        <a:bodyPr/>
        <a:lstStyle/>
        <a:p>
          <a:endParaRPr lang="en-US"/>
        </a:p>
      </dgm:t>
    </dgm:pt>
    <dgm:pt modelId="{974D5B9A-4124-4A4F-9E3A-4218F098CBDF}">
      <dgm:prSet/>
      <dgm:spPr/>
      <dgm:t>
        <a:bodyPr/>
        <a:lstStyle/>
        <a:p>
          <a:r>
            <a:rPr lang="en-US" dirty="0"/>
            <a:t>5. Maak </a:t>
          </a:r>
          <a:r>
            <a:rPr lang="en-US" dirty="0" err="1"/>
            <a:t>afspraken</a:t>
          </a:r>
          <a:r>
            <a:rPr lang="en-US" dirty="0"/>
            <a:t> over </a:t>
          </a:r>
          <a:r>
            <a:rPr lang="en-US" dirty="0" err="1"/>
            <a:t>terugtrekken</a:t>
          </a:r>
          <a:r>
            <a:rPr lang="en-US" dirty="0"/>
            <a:t> van </a:t>
          </a:r>
          <a:r>
            <a:rPr lang="en-US" dirty="0" err="1"/>
            <a:t>publicaties</a:t>
          </a:r>
          <a:r>
            <a:rPr lang="en-US" dirty="0"/>
            <a:t> (4.3.2.18)</a:t>
          </a:r>
        </a:p>
      </dgm:t>
    </dgm:pt>
    <dgm:pt modelId="{42FBC9E9-D1FC-4D67-A408-EDCC95DE9A37}" type="parTrans" cxnId="{B9BB0C15-4D52-4F22-875E-6E41F32EBC2E}">
      <dgm:prSet/>
      <dgm:spPr/>
      <dgm:t>
        <a:bodyPr/>
        <a:lstStyle/>
        <a:p>
          <a:endParaRPr lang="en-US"/>
        </a:p>
      </dgm:t>
    </dgm:pt>
    <dgm:pt modelId="{5E8BBB2E-7D0A-49DD-887C-81E9869DE575}" type="sibTrans" cxnId="{B9BB0C15-4D52-4F22-875E-6E41F32EBC2E}">
      <dgm:prSet/>
      <dgm:spPr/>
      <dgm:t>
        <a:bodyPr/>
        <a:lstStyle/>
        <a:p>
          <a:endParaRPr lang="en-US"/>
        </a:p>
      </dgm:t>
    </dgm:pt>
    <dgm:pt modelId="{E4B59B69-F410-4B96-A235-C62D8C581388}">
      <dgm:prSet/>
      <dgm:spPr/>
      <dgm:t>
        <a:bodyPr/>
        <a:lstStyle/>
        <a:p>
          <a:r>
            <a:rPr lang="en-US" dirty="0"/>
            <a:t>6. Bied training aan </a:t>
          </a:r>
          <a:r>
            <a:rPr lang="en-US" dirty="0" err="1"/>
            <a:t>aan</a:t>
          </a:r>
          <a:r>
            <a:rPr lang="en-US" dirty="0"/>
            <a:t> </a:t>
          </a:r>
          <a:r>
            <a:rPr lang="en-US" dirty="0" err="1"/>
            <a:t>gevestigde</a:t>
          </a:r>
          <a:r>
            <a:rPr lang="en-US" dirty="0"/>
            <a:t> </a:t>
          </a:r>
          <a:r>
            <a:rPr lang="en-US" dirty="0" err="1"/>
            <a:t>onderzoekers</a:t>
          </a:r>
          <a:r>
            <a:rPr lang="en-US" dirty="0"/>
            <a:t> (4.3.3.19)</a:t>
          </a:r>
        </a:p>
      </dgm:t>
    </dgm:pt>
    <dgm:pt modelId="{75C6A3A1-D722-4497-850F-CA621EA06608}" type="parTrans" cxnId="{4EAE1283-775D-4A3D-847A-B7BBD4F559E5}">
      <dgm:prSet/>
      <dgm:spPr/>
      <dgm:t>
        <a:bodyPr/>
        <a:lstStyle/>
        <a:p>
          <a:endParaRPr lang="en-US"/>
        </a:p>
      </dgm:t>
    </dgm:pt>
    <dgm:pt modelId="{6BB28982-29A5-4E85-A268-7C791BA8B3EB}" type="sibTrans" cxnId="{4EAE1283-775D-4A3D-847A-B7BBD4F559E5}">
      <dgm:prSet/>
      <dgm:spPr/>
      <dgm:t>
        <a:bodyPr/>
        <a:lstStyle/>
        <a:p>
          <a:endParaRPr lang="en-US"/>
        </a:p>
      </dgm:t>
    </dgm:pt>
    <dgm:pt modelId="{8474FC86-82E5-47D5-8D8C-5A9FE458E58F}">
      <dgm:prSet/>
      <dgm:spPr/>
      <dgm:t>
        <a:bodyPr/>
        <a:lstStyle/>
        <a:p>
          <a:r>
            <a:rPr lang="en-US" dirty="0"/>
            <a:t>7.Neem WI op in </a:t>
          </a:r>
          <a:r>
            <a:rPr lang="en-US" dirty="0" err="1"/>
            <a:t>beoordelings</a:t>
          </a:r>
          <a:r>
            <a:rPr lang="en-US" dirty="0"/>
            <a:t>- en </a:t>
          </a:r>
          <a:r>
            <a:rPr lang="en-US" dirty="0" err="1"/>
            <a:t>functioneringsgesprekken</a:t>
          </a:r>
          <a:r>
            <a:rPr lang="en-US" dirty="0"/>
            <a:t> (4.3.3.22)</a:t>
          </a:r>
        </a:p>
      </dgm:t>
    </dgm:pt>
    <dgm:pt modelId="{5A50744C-42A6-4E78-81F1-7BF0748CF65E}" type="parTrans" cxnId="{92BF5AA7-35C4-4313-80DC-AFFE70EFC991}">
      <dgm:prSet/>
      <dgm:spPr/>
      <dgm:t>
        <a:bodyPr/>
        <a:lstStyle/>
        <a:p>
          <a:endParaRPr lang="en-US"/>
        </a:p>
      </dgm:t>
    </dgm:pt>
    <dgm:pt modelId="{8099DE5E-9389-4118-9A6C-545114C399A4}" type="sibTrans" cxnId="{92BF5AA7-35C4-4313-80DC-AFFE70EFC991}">
      <dgm:prSet/>
      <dgm:spPr/>
      <dgm:t>
        <a:bodyPr/>
        <a:lstStyle/>
        <a:p>
          <a:endParaRPr lang="en-US"/>
        </a:p>
      </dgm:t>
    </dgm:pt>
    <dgm:pt modelId="{194CB554-7209-4541-A2C5-31B889141F40}">
      <dgm:prSet/>
      <dgm:spPr/>
      <dgm:t>
        <a:bodyPr/>
        <a:lstStyle/>
        <a:p>
          <a:r>
            <a:rPr lang="en-US" dirty="0"/>
            <a:t>8. </a:t>
          </a:r>
          <a:r>
            <a:rPr lang="en-US" dirty="0" err="1"/>
            <a:t>Organiseer</a:t>
          </a:r>
          <a:r>
            <a:rPr lang="en-US" dirty="0"/>
            <a:t> </a:t>
          </a:r>
          <a:r>
            <a:rPr lang="en-US" dirty="0" err="1"/>
            <a:t>regelmatig</a:t>
          </a:r>
          <a:r>
            <a:rPr lang="en-US" dirty="0"/>
            <a:t> </a:t>
          </a:r>
          <a:r>
            <a:rPr lang="en-US" dirty="0" err="1"/>
            <a:t>gesprekken</a:t>
          </a:r>
          <a:r>
            <a:rPr lang="en-US" dirty="0"/>
            <a:t> over WI (4.3.3.23)</a:t>
          </a:r>
        </a:p>
      </dgm:t>
    </dgm:pt>
    <dgm:pt modelId="{84BD9EAC-ED2B-442C-A013-B1AD8B5553F5}" type="parTrans" cxnId="{4B4FB371-58DE-4E77-9853-E5D2A4ECDE5C}">
      <dgm:prSet/>
      <dgm:spPr/>
      <dgm:t>
        <a:bodyPr/>
        <a:lstStyle/>
        <a:p>
          <a:endParaRPr lang="en-US"/>
        </a:p>
      </dgm:t>
    </dgm:pt>
    <dgm:pt modelId="{6A88A3EA-CB59-4D9C-A59C-FFCB011E90C2}" type="sibTrans" cxnId="{4B4FB371-58DE-4E77-9853-E5D2A4ECDE5C}">
      <dgm:prSet/>
      <dgm:spPr/>
      <dgm:t>
        <a:bodyPr/>
        <a:lstStyle/>
        <a:p>
          <a:endParaRPr lang="en-US"/>
        </a:p>
      </dgm:t>
    </dgm:pt>
    <dgm:pt modelId="{117D5680-F83E-4430-A79D-598D46197F70}">
      <dgm:prSet/>
      <dgm:spPr/>
      <dgm:t>
        <a:bodyPr/>
        <a:lstStyle/>
        <a:p>
          <a:r>
            <a:rPr lang="en-US" dirty="0"/>
            <a:t>9. Maak </a:t>
          </a:r>
          <a:r>
            <a:rPr lang="en-US" dirty="0" err="1"/>
            <a:t>rol</a:t>
          </a:r>
          <a:r>
            <a:rPr lang="en-US" dirty="0"/>
            <a:t> VPWI </a:t>
          </a:r>
          <a:r>
            <a:rPr lang="en-US" dirty="0" err="1"/>
            <a:t>duidelijker</a:t>
          </a:r>
          <a:r>
            <a:rPr lang="en-US" dirty="0"/>
            <a:t> (</a:t>
          </a:r>
          <a:r>
            <a:rPr lang="en-US" dirty="0" err="1"/>
            <a:t>vragen</a:t>
          </a:r>
          <a:r>
            <a:rPr lang="en-US" dirty="0"/>
            <a:t>, </a:t>
          </a:r>
          <a:r>
            <a:rPr lang="en-US" dirty="0" err="1"/>
            <a:t>zorgen</a:t>
          </a:r>
          <a:r>
            <a:rPr lang="en-US" dirty="0"/>
            <a:t>, </a:t>
          </a:r>
          <a:r>
            <a:rPr lang="en-US" dirty="0" err="1"/>
            <a:t>advies</a:t>
          </a:r>
          <a:r>
            <a:rPr lang="en-US" dirty="0"/>
            <a:t>) (4.3.4.24)</a:t>
          </a:r>
        </a:p>
      </dgm:t>
    </dgm:pt>
    <dgm:pt modelId="{4C7D6BC0-6A17-4EF1-A4CA-7D66B73C6AF6}" type="parTrans" cxnId="{E205AA2A-42E9-409C-A00E-505772CC1E28}">
      <dgm:prSet/>
      <dgm:spPr/>
      <dgm:t>
        <a:bodyPr/>
        <a:lstStyle/>
        <a:p>
          <a:endParaRPr lang="en-US"/>
        </a:p>
      </dgm:t>
    </dgm:pt>
    <dgm:pt modelId="{1B0ADBC9-369F-4277-86F1-ABEB12F5FDB1}" type="sibTrans" cxnId="{E205AA2A-42E9-409C-A00E-505772CC1E28}">
      <dgm:prSet/>
      <dgm:spPr/>
      <dgm:t>
        <a:bodyPr/>
        <a:lstStyle/>
        <a:p>
          <a:endParaRPr lang="en-US"/>
        </a:p>
      </dgm:t>
    </dgm:pt>
    <dgm:pt modelId="{45C6A901-D47E-4EDF-B5CF-0B2DAFF82766}">
      <dgm:prSet/>
      <dgm:spPr/>
      <dgm:t>
        <a:bodyPr/>
        <a:lstStyle/>
        <a:p>
          <a:r>
            <a:rPr lang="en-US" dirty="0"/>
            <a:t>10. Leg </a:t>
          </a:r>
          <a:r>
            <a:rPr lang="en-US" dirty="0" err="1"/>
            <a:t>verantwoording</a:t>
          </a:r>
          <a:r>
            <a:rPr lang="en-US" dirty="0"/>
            <a:t> </a:t>
          </a:r>
          <a:r>
            <a:rPr lang="en-US" dirty="0" err="1"/>
            <a:t>af</a:t>
          </a:r>
          <a:r>
            <a:rPr lang="en-US" dirty="0"/>
            <a:t> over WI-</a:t>
          </a:r>
          <a:r>
            <a:rPr lang="en-US" dirty="0" err="1"/>
            <a:t>zorgplichten</a:t>
          </a:r>
          <a:r>
            <a:rPr lang="en-US" dirty="0"/>
            <a:t> in </a:t>
          </a:r>
          <a:r>
            <a:rPr lang="en-US" dirty="0" err="1"/>
            <a:t>jaarrapportages</a:t>
          </a:r>
          <a:r>
            <a:rPr lang="en-US" dirty="0"/>
            <a:t> (4.3.5.29)</a:t>
          </a:r>
        </a:p>
      </dgm:t>
    </dgm:pt>
    <dgm:pt modelId="{C8FAD2EB-45EC-419A-877B-538A0418C5F2}" type="parTrans" cxnId="{8360281A-DD3B-441E-ADD1-71DE0BD7281A}">
      <dgm:prSet/>
      <dgm:spPr/>
      <dgm:t>
        <a:bodyPr/>
        <a:lstStyle/>
        <a:p>
          <a:endParaRPr lang="en-US"/>
        </a:p>
      </dgm:t>
    </dgm:pt>
    <dgm:pt modelId="{856709F5-B95C-423C-A117-D85C449DB6CB}" type="sibTrans" cxnId="{8360281A-DD3B-441E-ADD1-71DE0BD7281A}">
      <dgm:prSet/>
      <dgm:spPr/>
      <dgm:t>
        <a:bodyPr/>
        <a:lstStyle/>
        <a:p>
          <a:endParaRPr lang="en-US"/>
        </a:p>
      </dgm:t>
    </dgm:pt>
    <dgm:pt modelId="{68E2BD4E-3548-4A74-9D33-FE4FC5201EF7}">
      <dgm:prSet/>
      <dgm:spPr/>
      <dgm:t>
        <a:bodyPr/>
        <a:lstStyle/>
        <a:p>
          <a:r>
            <a:rPr lang="en-US"/>
            <a:t>11. </a:t>
          </a:r>
          <a:r>
            <a:rPr lang="en-US" dirty="0"/>
            <a:t>Zorg </a:t>
          </a:r>
          <a:r>
            <a:rPr lang="en-US" dirty="0" err="1"/>
            <a:t>dat</a:t>
          </a:r>
          <a:r>
            <a:rPr lang="en-US" dirty="0"/>
            <a:t> WI-</a:t>
          </a:r>
          <a:r>
            <a:rPr lang="en-US" dirty="0" err="1"/>
            <a:t>functionarissen</a:t>
          </a:r>
          <a:r>
            <a:rPr lang="en-US" dirty="0"/>
            <a:t> </a:t>
          </a:r>
          <a:r>
            <a:rPr lang="en-US" dirty="0" err="1"/>
            <a:t>gesprekspartner</a:t>
          </a:r>
          <a:r>
            <a:rPr lang="en-US" dirty="0"/>
            <a:t> </a:t>
          </a:r>
          <a:r>
            <a:rPr lang="en-US" dirty="0" err="1"/>
            <a:t>zijn</a:t>
          </a:r>
          <a:r>
            <a:rPr lang="en-US" dirty="0"/>
            <a:t> van </a:t>
          </a:r>
          <a:r>
            <a:rPr lang="en-US" dirty="0" err="1"/>
            <a:t>bestuurders</a:t>
          </a:r>
          <a:r>
            <a:rPr lang="en-US" dirty="0"/>
            <a:t> (4.3.5.32) </a:t>
          </a:r>
        </a:p>
      </dgm:t>
    </dgm:pt>
    <dgm:pt modelId="{DE7E1AB1-3FBA-4993-AA7C-CB3E39E2EC96}" type="parTrans" cxnId="{48A33B14-D40E-4AD0-BA92-508F8F021520}">
      <dgm:prSet/>
      <dgm:spPr/>
      <dgm:t>
        <a:bodyPr/>
        <a:lstStyle/>
        <a:p>
          <a:endParaRPr lang="en-US"/>
        </a:p>
      </dgm:t>
    </dgm:pt>
    <dgm:pt modelId="{3E2ADF4C-40E0-406F-915D-765DB7436788}" type="sibTrans" cxnId="{48A33B14-D40E-4AD0-BA92-508F8F021520}">
      <dgm:prSet/>
      <dgm:spPr/>
      <dgm:t>
        <a:bodyPr/>
        <a:lstStyle/>
        <a:p>
          <a:endParaRPr lang="en-US"/>
        </a:p>
      </dgm:t>
    </dgm:pt>
    <dgm:pt modelId="{40CD60E5-2E02-4081-974A-443608142B3E}" type="pres">
      <dgm:prSet presAssocID="{07EBF274-70EF-429B-B31E-016F98E3D694}" presName="vert0" presStyleCnt="0">
        <dgm:presLayoutVars>
          <dgm:dir/>
          <dgm:animOne val="branch"/>
          <dgm:animLvl val="lvl"/>
        </dgm:presLayoutVars>
      </dgm:prSet>
      <dgm:spPr/>
    </dgm:pt>
    <dgm:pt modelId="{CBB34FB1-6172-4848-854E-A4C49D91DC54}" type="pres">
      <dgm:prSet presAssocID="{3E2A9B39-1F0B-4D1F-B30E-D71180823288}" presName="thickLine" presStyleLbl="alignNode1" presStyleIdx="0" presStyleCnt="11"/>
      <dgm:spPr/>
    </dgm:pt>
    <dgm:pt modelId="{45DC8D99-AED7-4D9E-9335-F60D605BD45F}" type="pres">
      <dgm:prSet presAssocID="{3E2A9B39-1F0B-4D1F-B30E-D71180823288}" presName="horz1" presStyleCnt="0"/>
      <dgm:spPr/>
    </dgm:pt>
    <dgm:pt modelId="{DF5400DC-A5FB-4897-AEBF-3D7F95C8739E}" type="pres">
      <dgm:prSet presAssocID="{3E2A9B39-1F0B-4D1F-B30E-D71180823288}" presName="tx1" presStyleLbl="revTx" presStyleIdx="0" presStyleCnt="11"/>
      <dgm:spPr/>
    </dgm:pt>
    <dgm:pt modelId="{732687D2-3253-4160-96B2-C022CDD312FC}" type="pres">
      <dgm:prSet presAssocID="{3E2A9B39-1F0B-4D1F-B30E-D71180823288}" presName="vert1" presStyleCnt="0"/>
      <dgm:spPr/>
    </dgm:pt>
    <dgm:pt modelId="{9DB30B65-1D12-4E54-877B-246FDFF0A919}" type="pres">
      <dgm:prSet presAssocID="{474C653F-78E8-49A9-990C-F0D82CC329E5}" presName="thickLine" presStyleLbl="alignNode1" presStyleIdx="1" presStyleCnt="11"/>
      <dgm:spPr/>
    </dgm:pt>
    <dgm:pt modelId="{A467DF9D-6A32-41E4-8911-A76580B89A4B}" type="pres">
      <dgm:prSet presAssocID="{474C653F-78E8-49A9-990C-F0D82CC329E5}" presName="horz1" presStyleCnt="0"/>
      <dgm:spPr/>
    </dgm:pt>
    <dgm:pt modelId="{EBFC07DC-3628-4F72-AFDF-B826CCFC6C13}" type="pres">
      <dgm:prSet presAssocID="{474C653F-78E8-49A9-990C-F0D82CC329E5}" presName="tx1" presStyleLbl="revTx" presStyleIdx="1" presStyleCnt="11"/>
      <dgm:spPr/>
    </dgm:pt>
    <dgm:pt modelId="{E1F5E03A-CBE3-496D-B40A-0F4B6ECDB06B}" type="pres">
      <dgm:prSet presAssocID="{474C653F-78E8-49A9-990C-F0D82CC329E5}" presName="vert1" presStyleCnt="0"/>
      <dgm:spPr/>
    </dgm:pt>
    <dgm:pt modelId="{F27E9E82-6775-4827-B792-700F7D1D574F}" type="pres">
      <dgm:prSet presAssocID="{F98D68E9-5C5C-422B-8772-DF03048FDCA1}" presName="thickLine" presStyleLbl="alignNode1" presStyleIdx="2" presStyleCnt="11"/>
      <dgm:spPr/>
    </dgm:pt>
    <dgm:pt modelId="{9824228C-85B2-42CA-9C47-E48E5409B2D1}" type="pres">
      <dgm:prSet presAssocID="{F98D68E9-5C5C-422B-8772-DF03048FDCA1}" presName="horz1" presStyleCnt="0"/>
      <dgm:spPr/>
    </dgm:pt>
    <dgm:pt modelId="{F7FF4C93-0B3C-4C39-9F70-298974775E3B}" type="pres">
      <dgm:prSet presAssocID="{F98D68E9-5C5C-422B-8772-DF03048FDCA1}" presName="tx1" presStyleLbl="revTx" presStyleIdx="2" presStyleCnt="11"/>
      <dgm:spPr/>
    </dgm:pt>
    <dgm:pt modelId="{379F90EC-7EF2-47F8-966D-472F39B5B960}" type="pres">
      <dgm:prSet presAssocID="{F98D68E9-5C5C-422B-8772-DF03048FDCA1}" presName="vert1" presStyleCnt="0"/>
      <dgm:spPr/>
    </dgm:pt>
    <dgm:pt modelId="{19D38AB4-8FF0-4E0E-A833-7B9DBEA445AB}" type="pres">
      <dgm:prSet presAssocID="{B714260F-CABF-4378-BF86-0D0FBA6AFD79}" presName="thickLine" presStyleLbl="alignNode1" presStyleIdx="3" presStyleCnt="11"/>
      <dgm:spPr/>
    </dgm:pt>
    <dgm:pt modelId="{5CD0A9A6-192F-42DD-A42A-655DD8CBFFA9}" type="pres">
      <dgm:prSet presAssocID="{B714260F-CABF-4378-BF86-0D0FBA6AFD79}" presName="horz1" presStyleCnt="0"/>
      <dgm:spPr/>
    </dgm:pt>
    <dgm:pt modelId="{2957E8F5-CE2E-4D07-B714-C5CE772D84F7}" type="pres">
      <dgm:prSet presAssocID="{B714260F-CABF-4378-BF86-0D0FBA6AFD79}" presName="tx1" presStyleLbl="revTx" presStyleIdx="3" presStyleCnt="11"/>
      <dgm:spPr/>
    </dgm:pt>
    <dgm:pt modelId="{D94D3D84-7F8A-44DF-8B56-4FD9593CE20F}" type="pres">
      <dgm:prSet presAssocID="{B714260F-CABF-4378-BF86-0D0FBA6AFD79}" presName="vert1" presStyleCnt="0"/>
      <dgm:spPr/>
    </dgm:pt>
    <dgm:pt modelId="{E363BD51-7785-46C0-8942-B98D3BE72172}" type="pres">
      <dgm:prSet presAssocID="{974D5B9A-4124-4A4F-9E3A-4218F098CBDF}" presName="thickLine" presStyleLbl="alignNode1" presStyleIdx="4" presStyleCnt="11"/>
      <dgm:spPr/>
    </dgm:pt>
    <dgm:pt modelId="{8F5E6A82-B6CE-4541-B1E5-9148AC5254CE}" type="pres">
      <dgm:prSet presAssocID="{974D5B9A-4124-4A4F-9E3A-4218F098CBDF}" presName="horz1" presStyleCnt="0"/>
      <dgm:spPr/>
    </dgm:pt>
    <dgm:pt modelId="{23BEBF65-B02B-4FC4-B580-21C550010760}" type="pres">
      <dgm:prSet presAssocID="{974D5B9A-4124-4A4F-9E3A-4218F098CBDF}" presName="tx1" presStyleLbl="revTx" presStyleIdx="4" presStyleCnt="11"/>
      <dgm:spPr/>
    </dgm:pt>
    <dgm:pt modelId="{063B1DC8-BCFC-4FDE-959B-C19F7ADE47C6}" type="pres">
      <dgm:prSet presAssocID="{974D5B9A-4124-4A4F-9E3A-4218F098CBDF}" presName="vert1" presStyleCnt="0"/>
      <dgm:spPr/>
    </dgm:pt>
    <dgm:pt modelId="{4864448A-F656-4B40-BDDB-B7061E6AFA8B}" type="pres">
      <dgm:prSet presAssocID="{E4B59B69-F410-4B96-A235-C62D8C581388}" presName="thickLine" presStyleLbl="alignNode1" presStyleIdx="5" presStyleCnt="11"/>
      <dgm:spPr/>
    </dgm:pt>
    <dgm:pt modelId="{7F1E0B92-FF88-4B0B-AC9A-A90087F7CC12}" type="pres">
      <dgm:prSet presAssocID="{E4B59B69-F410-4B96-A235-C62D8C581388}" presName="horz1" presStyleCnt="0"/>
      <dgm:spPr/>
    </dgm:pt>
    <dgm:pt modelId="{BD5C7DF8-3C19-40F7-9762-8CD57CDB1936}" type="pres">
      <dgm:prSet presAssocID="{E4B59B69-F410-4B96-A235-C62D8C581388}" presName="tx1" presStyleLbl="revTx" presStyleIdx="5" presStyleCnt="11"/>
      <dgm:spPr/>
    </dgm:pt>
    <dgm:pt modelId="{5800487C-D1B7-4139-8AE1-6AFA1214B684}" type="pres">
      <dgm:prSet presAssocID="{E4B59B69-F410-4B96-A235-C62D8C581388}" presName="vert1" presStyleCnt="0"/>
      <dgm:spPr/>
    </dgm:pt>
    <dgm:pt modelId="{8A910430-D901-4052-9579-9803D59A6B19}" type="pres">
      <dgm:prSet presAssocID="{8474FC86-82E5-47D5-8D8C-5A9FE458E58F}" presName="thickLine" presStyleLbl="alignNode1" presStyleIdx="6" presStyleCnt="11"/>
      <dgm:spPr/>
    </dgm:pt>
    <dgm:pt modelId="{499C1D2A-EC63-4F6D-94EA-1F74C2817ECD}" type="pres">
      <dgm:prSet presAssocID="{8474FC86-82E5-47D5-8D8C-5A9FE458E58F}" presName="horz1" presStyleCnt="0"/>
      <dgm:spPr/>
    </dgm:pt>
    <dgm:pt modelId="{BCE54AE0-7EDB-4578-803C-DEB360CA5DC9}" type="pres">
      <dgm:prSet presAssocID="{8474FC86-82E5-47D5-8D8C-5A9FE458E58F}" presName="tx1" presStyleLbl="revTx" presStyleIdx="6" presStyleCnt="11"/>
      <dgm:spPr/>
    </dgm:pt>
    <dgm:pt modelId="{2D5A0567-35C0-4FE8-B344-5C1D84ED2D00}" type="pres">
      <dgm:prSet presAssocID="{8474FC86-82E5-47D5-8D8C-5A9FE458E58F}" presName="vert1" presStyleCnt="0"/>
      <dgm:spPr/>
    </dgm:pt>
    <dgm:pt modelId="{DE6DDD2F-0F06-45A3-AF2D-5F052A52455A}" type="pres">
      <dgm:prSet presAssocID="{194CB554-7209-4541-A2C5-31B889141F40}" presName="thickLine" presStyleLbl="alignNode1" presStyleIdx="7" presStyleCnt="11"/>
      <dgm:spPr/>
    </dgm:pt>
    <dgm:pt modelId="{B4753AD1-2F6B-47D5-8B65-91018E8D923F}" type="pres">
      <dgm:prSet presAssocID="{194CB554-7209-4541-A2C5-31B889141F40}" presName="horz1" presStyleCnt="0"/>
      <dgm:spPr/>
    </dgm:pt>
    <dgm:pt modelId="{CC50FC59-95CC-4FAC-83E7-8E03EFBA1207}" type="pres">
      <dgm:prSet presAssocID="{194CB554-7209-4541-A2C5-31B889141F40}" presName="tx1" presStyleLbl="revTx" presStyleIdx="7" presStyleCnt="11"/>
      <dgm:spPr/>
    </dgm:pt>
    <dgm:pt modelId="{1A5E2E80-6AD1-4403-8A41-BE49D0489118}" type="pres">
      <dgm:prSet presAssocID="{194CB554-7209-4541-A2C5-31B889141F40}" presName="vert1" presStyleCnt="0"/>
      <dgm:spPr/>
    </dgm:pt>
    <dgm:pt modelId="{6C44127D-0D17-4B2C-A94E-3334143A5EBA}" type="pres">
      <dgm:prSet presAssocID="{117D5680-F83E-4430-A79D-598D46197F70}" presName="thickLine" presStyleLbl="alignNode1" presStyleIdx="8" presStyleCnt="11"/>
      <dgm:spPr/>
    </dgm:pt>
    <dgm:pt modelId="{511E1D48-734D-4A92-99CC-BD0365FFD051}" type="pres">
      <dgm:prSet presAssocID="{117D5680-F83E-4430-A79D-598D46197F70}" presName="horz1" presStyleCnt="0"/>
      <dgm:spPr/>
    </dgm:pt>
    <dgm:pt modelId="{EFA0F4A0-5F75-4FE9-BE06-38998C8A9F9F}" type="pres">
      <dgm:prSet presAssocID="{117D5680-F83E-4430-A79D-598D46197F70}" presName="tx1" presStyleLbl="revTx" presStyleIdx="8" presStyleCnt="11"/>
      <dgm:spPr/>
    </dgm:pt>
    <dgm:pt modelId="{CA19B086-4FA0-40D7-BF63-5F4C895EE8E6}" type="pres">
      <dgm:prSet presAssocID="{117D5680-F83E-4430-A79D-598D46197F70}" presName="vert1" presStyleCnt="0"/>
      <dgm:spPr/>
    </dgm:pt>
    <dgm:pt modelId="{8AB99C4C-4BEE-4268-A2B5-4A6B9692A93F}" type="pres">
      <dgm:prSet presAssocID="{45C6A901-D47E-4EDF-B5CF-0B2DAFF82766}" presName="thickLine" presStyleLbl="alignNode1" presStyleIdx="9" presStyleCnt="11"/>
      <dgm:spPr/>
    </dgm:pt>
    <dgm:pt modelId="{96E83248-B232-49A0-BAFF-F20893B0D508}" type="pres">
      <dgm:prSet presAssocID="{45C6A901-D47E-4EDF-B5CF-0B2DAFF82766}" presName="horz1" presStyleCnt="0"/>
      <dgm:spPr/>
    </dgm:pt>
    <dgm:pt modelId="{2F8E7B57-DA8F-4D77-93AB-492914DFCF47}" type="pres">
      <dgm:prSet presAssocID="{45C6A901-D47E-4EDF-B5CF-0B2DAFF82766}" presName="tx1" presStyleLbl="revTx" presStyleIdx="9" presStyleCnt="11"/>
      <dgm:spPr/>
    </dgm:pt>
    <dgm:pt modelId="{F4A4588E-F138-46C2-9D97-1FB787E3820C}" type="pres">
      <dgm:prSet presAssocID="{45C6A901-D47E-4EDF-B5CF-0B2DAFF82766}" presName="vert1" presStyleCnt="0"/>
      <dgm:spPr/>
    </dgm:pt>
    <dgm:pt modelId="{40352907-5C08-4C91-B345-D5095DF84B98}" type="pres">
      <dgm:prSet presAssocID="{68E2BD4E-3548-4A74-9D33-FE4FC5201EF7}" presName="thickLine" presStyleLbl="alignNode1" presStyleIdx="10" presStyleCnt="11"/>
      <dgm:spPr/>
    </dgm:pt>
    <dgm:pt modelId="{22D0B421-601C-4BC7-A8AB-92F7FF9A7F8C}" type="pres">
      <dgm:prSet presAssocID="{68E2BD4E-3548-4A74-9D33-FE4FC5201EF7}" presName="horz1" presStyleCnt="0"/>
      <dgm:spPr/>
    </dgm:pt>
    <dgm:pt modelId="{AD4D3C0E-2CF1-4C76-9F59-4BDA59E99C3F}" type="pres">
      <dgm:prSet presAssocID="{68E2BD4E-3548-4A74-9D33-FE4FC5201EF7}" presName="tx1" presStyleLbl="revTx" presStyleIdx="10" presStyleCnt="11"/>
      <dgm:spPr/>
    </dgm:pt>
    <dgm:pt modelId="{A4FD7F1D-FC6A-43C3-846F-2744E420BC45}" type="pres">
      <dgm:prSet presAssocID="{68E2BD4E-3548-4A74-9D33-FE4FC5201EF7}" presName="vert1" presStyleCnt="0"/>
      <dgm:spPr/>
    </dgm:pt>
  </dgm:ptLst>
  <dgm:cxnLst>
    <dgm:cxn modelId="{F914EF0F-7BF0-4221-ACBD-AE2F3943017D}" type="presOf" srcId="{F98D68E9-5C5C-422B-8772-DF03048FDCA1}" destId="{F7FF4C93-0B3C-4C39-9F70-298974775E3B}" srcOrd="0" destOrd="0" presId="urn:microsoft.com/office/officeart/2008/layout/LinedList"/>
    <dgm:cxn modelId="{0F631B10-8E97-4725-AFB1-40611A2819E0}" type="presOf" srcId="{194CB554-7209-4541-A2C5-31B889141F40}" destId="{CC50FC59-95CC-4FAC-83E7-8E03EFBA1207}" srcOrd="0" destOrd="0" presId="urn:microsoft.com/office/officeart/2008/layout/LinedList"/>
    <dgm:cxn modelId="{48A33B14-D40E-4AD0-BA92-508F8F021520}" srcId="{07EBF274-70EF-429B-B31E-016F98E3D694}" destId="{68E2BD4E-3548-4A74-9D33-FE4FC5201EF7}" srcOrd="10" destOrd="0" parTransId="{DE7E1AB1-3FBA-4993-AA7C-CB3E39E2EC96}" sibTransId="{3E2ADF4C-40E0-406F-915D-765DB7436788}"/>
    <dgm:cxn modelId="{B9BB0C15-4D52-4F22-875E-6E41F32EBC2E}" srcId="{07EBF274-70EF-429B-B31E-016F98E3D694}" destId="{974D5B9A-4124-4A4F-9E3A-4218F098CBDF}" srcOrd="4" destOrd="0" parTransId="{42FBC9E9-D1FC-4D67-A408-EDCC95DE9A37}" sibTransId="{5E8BBB2E-7D0A-49DD-887C-81E9869DE575}"/>
    <dgm:cxn modelId="{8360281A-DD3B-441E-ADD1-71DE0BD7281A}" srcId="{07EBF274-70EF-429B-B31E-016F98E3D694}" destId="{45C6A901-D47E-4EDF-B5CF-0B2DAFF82766}" srcOrd="9" destOrd="0" parTransId="{C8FAD2EB-45EC-419A-877B-538A0418C5F2}" sibTransId="{856709F5-B95C-423C-A117-D85C449DB6CB}"/>
    <dgm:cxn modelId="{D136381C-0615-4053-90C4-2B534D80EED3}" type="presOf" srcId="{117D5680-F83E-4430-A79D-598D46197F70}" destId="{EFA0F4A0-5F75-4FE9-BE06-38998C8A9F9F}" srcOrd="0" destOrd="0" presId="urn:microsoft.com/office/officeart/2008/layout/LinedList"/>
    <dgm:cxn modelId="{28F8AF26-AC96-4643-8350-DEF87AD3DCBF}" type="presOf" srcId="{07EBF274-70EF-429B-B31E-016F98E3D694}" destId="{40CD60E5-2E02-4081-974A-443608142B3E}" srcOrd="0" destOrd="0" presId="urn:microsoft.com/office/officeart/2008/layout/LinedList"/>
    <dgm:cxn modelId="{E205AA2A-42E9-409C-A00E-505772CC1E28}" srcId="{07EBF274-70EF-429B-B31E-016F98E3D694}" destId="{117D5680-F83E-4430-A79D-598D46197F70}" srcOrd="8" destOrd="0" parTransId="{4C7D6BC0-6A17-4EF1-A4CA-7D66B73C6AF6}" sibTransId="{1B0ADBC9-369F-4277-86F1-ABEB12F5FDB1}"/>
    <dgm:cxn modelId="{4B4FB371-58DE-4E77-9853-E5D2A4ECDE5C}" srcId="{07EBF274-70EF-429B-B31E-016F98E3D694}" destId="{194CB554-7209-4541-A2C5-31B889141F40}" srcOrd="7" destOrd="0" parTransId="{84BD9EAC-ED2B-442C-A013-B1AD8B5553F5}" sibTransId="{6A88A3EA-CB59-4D9C-A59C-FFCB011E90C2}"/>
    <dgm:cxn modelId="{BFF67D7A-D5AF-41FA-BC85-34DA0DE06310}" type="presOf" srcId="{45C6A901-D47E-4EDF-B5CF-0B2DAFF82766}" destId="{2F8E7B57-DA8F-4D77-93AB-492914DFCF47}" srcOrd="0" destOrd="0" presId="urn:microsoft.com/office/officeart/2008/layout/LinedList"/>
    <dgm:cxn modelId="{D0C5C77A-EB9F-4257-9D5B-91FD1FBC7FB6}" srcId="{07EBF274-70EF-429B-B31E-016F98E3D694}" destId="{F98D68E9-5C5C-422B-8772-DF03048FDCA1}" srcOrd="2" destOrd="0" parTransId="{EF62DCF0-128C-4996-B075-57CA88D23764}" sibTransId="{2D1932F7-E925-4CE4-9171-962C0F6238C9}"/>
    <dgm:cxn modelId="{4EAE1283-775D-4A3D-847A-B7BBD4F559E5}" srcId="{07EBF274-70EF-429B-B31E-016F98E3D694}" destId="{E4B59B69-F410-4B96-A235-C62D8C581388}" srcOrd="5" destOrd="0" parTransId="{75C6A3A1-D722-4497-850F-CA621EA06608}" sibTransId="{6BB28982-29A5-4E85-A268-7C791BA8B3EB}"/>
    <dgm:cxn modelId="{D3345591-DA7B-4056-A132-1728F468C78B}" type="presOf" srcId="{8474FC86-82E5-47D5-8D8C-5A9FE458E58F}" destId="{BCE54AE0-7EDB-4578-803C-DEB360CA5DC9}" srcOrd="0" destOrd="0" presId="urn:microsoft.com/office/officeart/2008/layout/LinedList"/>
    <dgm:cxn modelId="{8F553AA7-72EC-484D-B743-737530DE2B58}" srcId="{07EBF274-70EF-429B-B31E-016F98E3D694}" destId="{3E2A9B39-1F0B-4D1F-B30E-D71180823288}" srcOrd="0" destOrd="0" parTransId="{C4F7E54D-9C86-4F84-93F2-2E5969CEF651}" sibTransId="{945512E5-3BDE-44CC-ADF5-1143BFE13C70}"/>
    <dgm:cxn modelId="{92BF5AA7-35C4-4313-80DC-AFFE70EFC991}" srcId="{07EBF274-70EF-429B-B31E-016F98E3D694}" destId="{8474FC86-82E5-47D5-8D8C-5A9FE458E58F}" srcOrd="6" destOrd="0" parTransId="{5A50744C-42A6-4E78-81F1-7BF0748CF65E}" sibTransId="{8099DE5E-9389-4118-9A6C-545114C399A4}"/>
    <dgm:cxn modelId="{6613C3B3-2ABD-4F25-9158-27B4A62D8CE6}" srcId="{07EBF274-70EF-429B-B31E-016F98E3D694}" destId="{B714260F-CABF-4378-BF86-0D0FBA6AFD79}" srcOrd="3" destOrd="0" parTransId="{D117EA69-B94D-42D9-8808-235771C4721E}" sibTransId="{A92D18C9-ED4D-4525-8784-1B2C39B0862C}"/>
    <dgm:cxn modelId="{8AAE1BC7-BF98-4A13-A448-0B4D9773A814}" type="presOf" srcId="{3E2A9B39-1F0B-4D1F-B30E-D71180823288}" destId="{DF5400DC-A5FB-4897-AEBF-3D7F95C8739E}" srcOrd="0" destOrd="0" presId="urn:microsoft.com/office/officeart/2008/layout/LinedList"/>
    <dgm:cxn modelId="{B9F751CA-63F8-4E25-AC58-FC5AEC24ED22}" type="presOf" srcId="{974D5B9A-4124-4A4F-9E3A-4218F098CBDF}" destId="{23BEBF65-B02B-4FC4-B580-21C550010760}" srcOrd="0" destOrd="0" presId="urn:microsoft.com/office/officeart/2008/layout/LinedList"/>
    <dgm:cxn modelId="{670ADAD3-B572-485F-8887-11BDAE8DB118}" type="presOf" srcId="{E4B59B69-F410-4B96-A235-C62D8C581388}" destId="{BD5C7DF8-3C19-40F7-9762-8CD57CDB1936}" srcOrd="0" destOrd="0" presId="urn:microsoft.com/office/officeart/2008/layout/LinedList"/>
    <dgm:cxn modelId="{7DB038DC-B855-44FF-9F6D-ADB6C17E7E1D}" type="presOf" srcId="{B714260F-CABF-4378-BF86-0D0FBA6AFD79}" destId="{2957E8F5-CE2E-4D07-B714-C5CE772D84F7}" srcOrd="0" destOrd="0" presId="urn:microsoft.com/office/officeart/2008/layout/LinedList"/>
    <dgm:cxn modelId="{358DC7E0-E65E-4579-A739-7FA720E62DB3}" type="presOf" srcId="{474C653F-78E8-49A9-990C-F0D82CC329E5}" destId="{EBFC07DC-3628-4F72-AFDF-B826CCFC6C13}" srcOrd="0" destOrd="0" presId="urn:microsoft.com/office/officeart/2008/layout/LinedList"/>
    <dgm:cxn modelId="{5ECE24E7-18E5-4607-B9AD-1ED82A3BD96A}" srcId="{07EBF274-70EF-429B-B31E-016F98E3D694}" destId="{474C653F-78E8-49A9-990C-F0D82CC329E5}" srcOrd="1" destOrd="0" parTransId="{52968FFD-2D22-43C6-A913-871C077CC0AC}" sibTransId="{E56D208C-1D69-420F-81E8-86F828AF9C70}"/>
    <dgm:cxn modelId="{E4ECA1FF-98C2-414C-BB3B-BDC63875889D}" type="presOf" srcId="{68E2BD4E-3548-4A74-9D33-FE4FC5201EF7}" destId="{AD4D3C0E-2CF1-4C76-9F59-4BDA59E99C3F}" srcOrd="0" destOrd="0" presId="urn:microsoft.com/office/officeart/2008/layout/LinedList"/>
    <dgm:cxn modelId="{6B648BDA-F2B8-46EA-8019-45FEBBD29DDA}" type="presParOf" srcId="{40CD60E5-2E02-4081-974A-443608142B3E}" destId="{CBB34FB1-6172-4848-854E-A4C49D91DC54}" srcOrd="0" destOrd="0" presId="urn:microsoft.com/office/officeart/2008/layout/LinedList"/>
    <dgm:cxn modelId="{D65F38C5-6B04-4F81-A75C-FE4B1BE0A517}" type="presParOf" srcId="{40CD60E5-2E02-4081-974A-443608142B3E}" destId="{45DC8D99-AED7-4D9E-9335-F60D605BD45F}" srcOrd="1" destOrd="0" presId="urn:microsoft.com/office/officeart/2008/layout/LinedList"/>
    <dgm:cxn modelId="{7307CE91-3CDB-42F7-9E9E-E80D79D40836}" type="presParOf" srcId="{45DC8D99-AED7-4D9E-9335-F60D605BD45F}" destId="{DF5400DC-A5FB-4897-AEBF-3D7F95C8739E}" srcOrd="0" destOrd="0" presId="urn:microsoft.com/office/officeart/2008/layout/LinedList"/>
    <dgm:cxn modelId="{9757E4C4-30CB-4A39-BD11-5AA0B2792BBF}" type="presParOf" srcId="{45DC8D99-AED7-4D9E-9335-F60D605BD45F}" destId="{732687D2-3253-4160-96B2-C022CDD312FC}" srcOrd="1" destOrd="0" presId="urn:microsoft.com/office/officeart/2008/layout/LinedList"/>
    <dgm:cxn modelId="{DFBB904C-FCDA-4863-938D-2D4BAFFE6A19}" type="presParOf" srcId="{40CD60E5-2E02-4081-974A-443608142B3E}" destId="{9DB30B65-1D12-4E54-877B-246FDFF0A919}" srcOrd="2" destOrd="0" presId="urn:microsoft.com/office/officeart/2008/layout/LinedList"/>
    <dgm:cxn modelId="{57EDCDB7-8A8C-480A-A17E-C5744F81A5C9}" type="presParOf" srcId="{40CD60E5-2E02-4081-974A-443608142B3E}" destId="{A467DF9D-6A32-41E4-8911-A76580B89A4B}" srcOrd="3" destOrd="0" presId="urn:microsoft.com/office/officeart/2008/layout/LinedList"/>
    <dgm:cxn modelId="{997555B0-FF6C-4920-A65F-6D346901196B}" type="presParOf" srcId="{A467DF9D-6A32-41E4-8911-A76580B89A4B}" destId="{EBFC07DC-3628-4F72-AFDF-B826CCFC6C13}" srcOrd="0" destOrd="0" presId="urn:microsoft.com/office/officeart/2008/layout/LinedList"/>
    <dgm:cxn modelId="{50D7D3FA-11F7-4C22-9FCE-309B2A3C8213}" type="presParOf" srcId="{A467DF9D-6A32-41E4-8911-A76580B89A4B}" destId="{E1F5E03A-CBE3-496D-B40A-0F4B6ECDB06B}" srcOrd="1" destOrd="0" presId="urn:microsoft.com/office/officeart/2008/layout/LinedList"/>
    <dgm:cxn modelId="{695FBDCB-6CB0-4D32-AA42-A6E3DEA2DC75}" type="presParOf" srcId="{40CD60E5-2E02-4081-974A-443608142B3E}" destId="{F27E9E82-6775-4827-B792-700F7D1D574F}" srcOrd="4" destOrd="0" presId="urn:microsoft.com/office/officeart/2008/layout/LinedList"/>
    <dgm:cxn modelId="{BA73123A-A866-4E6C-8707-DE887BE932A5}" type="presParOf" srcId="{40CD60E5-2E02-4081-974A-443608142B3E}" destId="{9824228C-85B2-42CA-9C47-E48E5409B2D1}" srcOrd="5" destOrd="0" presId="urn:microsoft.com/office/officeart/2008/layout/LinedList"/>
    <dgm:cxn modelId="{0D777BC4-CDDF-4893-BC31-2285547C4E76}" type="presParOf" srcId="{9824228C-85B2-42CA-9C47-E48E5409B2D1}" destId="{F7FF4C93-0B3C-4C39-9F70-298974775E3B}" srcOrd="0" destOrd="0" presId="urn:microsoft.com/office/officeart/2008/layout/LinedList"/>
    <dgm:cxn modelId="{7EE5E812-2286-4E80-8DF5-EED593A37320}" type="presParOf" srcId="{9824228C-85B2-42CA-9C47-E48E5409B2D1}" destId="{379F90EC-7EF2-47F8-966D-472F39B5B960}" srcOrd="1" destOrd="0" presId="urn:microsoft.com/office/officeart/2008/layout/LinedList"/>
    <dgm:cxn modelId="{19BA4CA1-C7FD-46EC-939B-982FA63B4CD4}" type="presParOf" srcId="{40CD60E5-2E02-4081-974A-443608142B3E}" destId="{19D38AB4-8FF0-4E0E-A833-7B9DBEA445AB}" srcOrd="6" destOrd="0" presId="urn:microsoft.com/office/officeart/2008/layout/LinedList"/>
    <dgm:cxn modelId="{70478A63-09CA-4E59-86E4-DA9F476D568A}" type="presParOf" srcId="{40CD60E5-2E02-4081-974A-443608142B3E}" destId="{5CD0A9A6-192F-42DD-A42A-655DD8CBFFA9}" srcOrd="7" destOrd="0" presId="urn:microsoft.com/office/officeart/2008/layout/LinedList"/>
    <dgm:cxn modelId="{DCCE62C4-FA5A-456F-B8AA-0B0C47E3A8EB}" type="presParOf" srcId="{5CD0A9A6-192F-42DD-A42A-655DD8CBFFA9}" destId="{2957E8F5-CE2E-4D07-B714-C5CE772D84F7}" srcOrd="0" destOrd="0" presId="urn:microsoft.com/office/officeart/2008/layout/LinedList"/>
    <dgm:cxn modelId="{DFB1A061-13BC-4A6D-B8C3-E841DC3FDC7E}" type="presParOf" srcId="{5CD0A9A6-192F-42DD-A42A-655DD8CBFFA9}" destId="{D94D3D84-7F8A-44DF-8B56-4FD9593CE20F}" srcOrd="1" destOrd="0" presId="urn:microsoft.com/office/officeart/2008/layout/LinedList"/>
    <dgm:cxn modelId="{BE9F1175-D711-4176-B22A-B2CF9819650C}" type="presParOf" srcId="{40CD60E5-2E02-4081-974A-443608142B3E}" destId="{E363BD51-7785-46C0-8942-B98D3BE72172}" srcOrd="8" destOrd="0" presId="urn:microsoft.com/office/officeart/2008/layout/LinedList"/>
    <dgm:cxn modelId="{A66D8012-D6CA-4760-AA04-6347CC0DE667}" type="presParOf" srcId="{40CD60E5-2E02-4081-974A-443608142B3E}" destId="{8F5E6A82-B6CE-4541-B1E5-9148AC5254CE}" srcOrd="9" destOrd="0" presId="urn:microsoft.com/office/officeart/2008/layout/LinedList"/>
    <dgm:cxn modelId="{49F33050-5C87-4EEA-B419-CDCB4E6C2DB5}" type="presParOf" srcId="{8F5E6A82-B6CE-4541-B1E5-9148AC5254CE}" destId="{23BEBF65-B02B-4FC4-B580-21C550010760}" srcOrd="0" destOrd="0" presId="urn:microsoft.com/office/officeart/2008/layout/LinedList"/>
    <dgm:cxn modelId="{188E4AAB-A651-4FCC-BA97-D687024D58FC}" type="presParOf" srcId="{8F5E6A82-B6CE-4541-B1E5-9148AC5254CE}" destId="{063B1DC8-BCFC-4FDE-959B-C19F7ADE47C6}" srcOrd="1" destOrd="0" presId="urn:microsoft.com/office/officeart/2008/layout/LinedList"/>
    <dgm:cxn modelId="{687CA17F-CA42-407C-B646-906479BC5CC1}" type="presParOf" srcId="{40CD60E5-2E02-4081-974A-443608142B3E}" destId="{4864448A-F656-4B40-BDDB-B7061E6AFA8B}" srcOrd="10" destOrd="0" presId="urn:microsoft.com/office/officeart/2008/layout/LinedList"/>
    <dgm:cxn modelId="{269517AC-F75C-4265-A98C-7F7E9E6A2CD2}" type="presParOf" srcId="{40CD60E5-2E02-4081-974A-443608142B3E}" destId="{7F1E0B92-FF88-4B0B-AC9A-A90087F7CC12}" srcOrd="11" destOrd="0" presId="urn:microsoft.com/office/officeart/2008/layout/LinedList"/>
    <dgm:cxn modelId="{EAE4443D-F0BF-40A2-9749-DCA700C9C62E}" type="presParOf" srcId="{7F1E0B92-FF88-4B0B-AC9A-A90087F7CC12}" destId="{BD5C7DF8-3C19-40F7-9762-8CD57CDB1936}" srcOrd="0" destOrd="0" presId="urn:microsoft.com/office/officeart/2008/layout/LinedList"/>
    <dgm:cxn modelId="{01DC33A5-8481-432E-9EA4-9F2A4B097032}" type="presParOf" srcId="{7F1E0B92-FF88-4B0B-AC9A-A90087F7CC12}" destId="{5800487C-D1B7-4139-8AE1-6AFA1214B684}" srcOrd="1" destOrd="0" presId="urn:microsoft.com/office/officeart/2008/layout/LinedList"/>
    <dgm:cxn modelId="{49D028C2-834A-471D-BE8D-7EB4C6D7C1BF}" type="presParOf" srcId="{40CD60E5-2E02-4081-974A-443608142B3E}" destId="{8A910430-D901-4052-9579-9803D59A6B19}" srcOrd="12" destOrd="0" presId="urn:microsoft.com/office/officeart/2008/layout/LinedList"/>
    <dgm:cxn modelId="{CED539DA-C116-4FE8-8713-817F18012844}" type="presParOf" srcId="{40CD60E5-2E02-4081-974A-443608142B3E}" destId="{499C1D2A-EC63-4F6D-94EA-1F74C2817ECD}" srcOrd="13" destOrd="0" presId="urn:microsoft.com/office/officeart/2008/layout/LinedList"/>
    <dgm:cxn modelId="{D21268BA-23EE-4640-8672-D3F642B7FE32}" type="presParOf" srcId="{499C1D2A-EC63-4F6D-94EA-1F74C2817ECD}" destId="{BCE54AE0-7EDB-4578-803C-DEB360CA5DC9}" srcOrd="0" destOrd="0" presId="urn:microsoft.com/office/officeart/2008/layout/LinedList"/>
    <dgm:cxn modelId="{E0AFA647-E3F2-461E-B14D-BB5B099D3234}" type="presParOf" srcId="{499C1D2A-EC63-4F6D-94EA-1F74C2817ECD}" destId="{2D5A0567-35C0-4FE8-B344-5C1D84ED2D00}" srcOrd="1" destOrd="0" presId="urn:microsoft.com/office/officeart/2008/layout/LinedList"/>
    <dgm:cxn modelId="{C5F45804-8E6E-4990-82A5-E17CA0E7A177}" type="presParOf" srcId="{40CD60E5-2E02-4081-974A-443608142B3E}" destId="{DE6DDD2F-0F06-45A3-AF2D-5F052A52455A}" srcOrd="14" destOrd="0" presId="urn:microsoft.com/office/officeart/2008/layout/LinedList"/>
    <dgm:cxn modelId="{E9C7350F-BF14-4C79-AE03-A720F3EF4536}" type="presParOf" srcId="{40CD60E5-2E02-4081-974A-443608142B3E}" destId="{B4753AD1-2F6B-47D5-8B65-91018E8D923F}" srcOrd="15" destOrd="0" presId="urn:microsoft.com/office/officeart/2008/layout/LinedList"/>
    <dgm:cxn modelId="{5B01418B-8463-4E91-8745-30158507E9DE}" type="presParOf" srcId="{B4753AD1-2F6B-47D5-8B65-91018E8D923F}" destId="{CC50FC59-95CC-4FAC-83E7-8E03EFBA1207}" srcOrd="0" destOrd="0" presId="urn:microsoft.com/office/officeart/2008/layout/LinedList"/>
    <dgm:cxn modelId="{C22FBB44-BD3A-4DED-89BF-284EFB5DF748}" type="presParOf" srcId="{B4753AD1-2F6B-47D5-8B65-91018E8D923F}" destId="{1A5E2E80-6AD1-4403-8A41-BE49D0489118}" srcOrd="1" destOrd="0" presId="urn:microsoft.com/office/officeart/2008/layout/LinedList"/>
    <dgm:cxn modelId="{8C252B62-FB06-419B-B80C-649B4AA9E1D2}" type="presParOf" srcId="{40CD60E5-2E02-4081-974A-443608142B3E}" destId="{6C44127D-0D17-4B2C-A94E-3334143A5EBA}" srcOrd="16" destOrd="0" presId="urn:microsoft.com/office/officeart/2008/layout/LinedList"/>
    <dgm:cxn modelId="{0B70CAAE-F2B0-432C-BE94-FD06758495FA}" type="presParOf" srcId="{40CD60E5-2E02-4081-974A-443608142B3E}" destId="{511E1D48-734D-4A92-99CC-BD0365FFD051}" srcOrd="17" destOrd="0" presId="urn:microsoft.com/office/officeart/2008/layout/LinedList"/>
    <dgm:cxn modelId="{299D9EBF-F538-4111-86E8-7CADA5D0912C}" type="presParOf" srcId="{511E1D48-734D-4A92-99CC-BD0365FFD051}" destId="{EFA0F4A0-5F75-4FE9-BE06-38998C8A9F9F}" srcOrd="0" destOrd="0" presId="urn:microsoft.com/office/officeart/2008/layout/LinedList"/>
    <dgm:cxn modelId="{F65C51FC-E9F8-45F9-B603-A332BF92C8B3}" type="presParOf" srcId="{511E1D48-734D-4A92-99CC-BD0365FFD051}" destId="{CA19B086-4FA0-40D7-BF63-5F4C895EE8E6}" srcOrd="1" destOrd="0" presId="urn:microsoft.com/office/officeart/2008/layout/LinedList"/>
    <dgm:cxn modelId="{C03046E0-67E0-4D98-A05D-C616855BF378}" type="presParOf" srcId="{40CD60E5-2E02-4081-974A-443608142B3E}" destId="{8AB99C4C-4BEE-4268-A2B5-4A6B9692A93F}" srcOrd="18" destOrd="0" presId="urn:microsoft.com/office/officeart/2008/layout/LinedList"/>
    <dgm:cxn modelId="{71EFCE95-1E23-473F-88F8-8B01B43EA913}" type="presParOf" srcId="{40CD60E5-2E02-4081-974A-443608142B3E}" destId="{96E83248-B232-49A0-BAFF-F20893B0D508}" srcOrd="19" destOrd="0" presId="urn:microsoft.com/office/officeart/2008/layout/LinedList"/>
    <dgm:cxn modelId="{5063C994-FD30-4C12-8271-11F8F7F70FF1}" type="presParOf" srcId="{96E83248-B232-49A0-BAFF-F20893B0D508}" destId="{2F8E7B57-DA8F-4D77-93AB-492914DFCF47}" srcOrd="0" destOrd="0" presId="urn:microsoft.com/office/officeart/2008/layout/LinedList"/>
    <dgm:cxn modelId="{9FE8FA8C-2912-4363-8F96-9684AFD1A75D}" type="presParOf" srcId="{96E83248-B232-49A0-BAFF-F20893B0D508}" destId="{F4A4588E-F138-46C2-9D97-1FB787E3820C}" srcOrd="1" destOrd="0" presId="urn:microsoft.com/office/officeart/2008/layout/LinedList"/>
    <dgm:cxn modelId="{996A8201-393C-4202-9641-4AE545C212D4}" type="presParOf" srcId="{40CD60E5-2E02-4081-974A-443608142B3E}" destId="{40352907-5C08-4C91-B345-D5095DF84B98}" srcOrd="20" destOrd="0" presId="urn:microsoft.com/office/officeart/2008/layout/LinedList"/>
    <dgm:cxn modelId="{07D3F36D-12B1-4E5D-BE47-9F82D35D21FC}" type="presParOf" srcId="{40CD60E5-2E02-4081-974A-443608142B3E}" destId="{22D0B421-601C-4BC7-A8AB-92F7FF9A7F8C}" srcOrd="21" destOrd="0" presId="urn:microsoft.com/office/officeart/2008/layout/LinedList"/>
    <dgm:cxn modelId="{E232A404-7104-4C32-8327-E145A6E54365}" type="presParOf" srcId="{22D0B421-601C-4BC7-A8AB-92F7FF9A7F8C}" destId="{AD4D3C0E-2CF1-4C76-9F59-4BDA59E99C3F}" srcOrd="0" destOrd="0" presId="urn:microsoft.com/office/officeart/2008/layout/LinedList"/>
    <dgm:cxn modelId="{422BBFF5-6932-4C10-AB41-87D83F3BD68B}" type="presParOf" srcId="{22D0B421-601C-4BC7-A8AB-92F7FF9A7F8C}" destId="{A4FD7F1D-FC6A-43C3-846F-2744E420BC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DB2AF7-7E0A-4F71-975C-10C2C2DF61E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43186D-561A-44BF-8F20-B3DA879AF524}">
      <dgm:prSet/>
      <dgm:spPr/>
      <dgm:t>
        <a:bodyPr/>
        <a:lstStyle/>
        <a:p>
          <a:r>
            <a:rPr lang="en-US" dirty="0"/>
            <a:t>4.2 Training &amp; </a:t>
          </a:r>
          <a:r>
            <a:rPr lang="en-US" dirty="0" err="1"/>
            <a:t>supervisie</a:t>
          </a:r>
          <a:r>
            <a:rPr lang="en-US" dirty="0"/>
            <a:t> (1-5)</a:t>
          </a:r>
        </a:p>
      </dgm:t>
    </dgm:pt>
    <dgm:pt modelId="{3E252E8D-7725-437A-A20F-61FC242D3EB4}" type="parTrans" cxnId="{49F307B5-3A06-4541-A81B-215AF0ADFDE9}">
      <dgm:prSet/>
      <dgm:spPr/>
      <dgm:t>
        <a:bodyPr/>
        <a:lstStyle/>
        <a:p>
          <a:endParaRPr lang="en-US"/>
        </a:p>
      </dgm:t>
    </dgm:pt>
    <dgm:pt modelId="{37149919-9E9D-47CB-9F75-FA2E74D14AE6}" type="sibTrans" cxnId="{49F307B5-3A06-4541-A81B-215AF0ADFDE9}">
      <dgm:prSet/>
      <dgm:spPr/>
      <dgm:t>
        <a:bodyPr/>
        <a:lstStyle/>
        <a:p>
          <a:endParaRPr lang="en-US"/>
        </a:p>
      </dgm:t>
    </dgm:pt>
    <dgm:pt modelId="{4CEA29C7-4383-4C46-81FD-F6A60426EFC4}">
      <dgm:prSet/>
      <dgm:spPr/>
      <dgm:t>
        <a:bodyPr/>
        <a:lstStyle/>
        <a:p>
          <a:r>
            <a:rPr lang="en-US" dirty="0"/>
            <a:t>Zorg voor training voor en </a:t>
          </a:r>
          <a:r>
            <a:rPr lang="en-US" dirty="0" err="1"/>
            <a:t>goede</a:t>
          </a:r>
          <a:r>
            <a:rPr lang="en-US" dirty="0"/>
            <a:t> </a:t>
          </a:r>
          <a:r>
            <a:rPr lang="en-US" dirty="0" err="1"/>
            <a:t>supervisie</a:t>
          </a:r>
          <a:r>
            <a:rPr lang="en-US" dirty="0"/>
            <a:t> van (</a:t>
          </a:r>
          <a:r>
            <a:rPr lang="en-US" dirty="0" err="1"/>
            <a:t>beginnende</a:t>
          </a:r>
          <a:r>
            <a:rPr lang="en-US" dirty="0"/>
            <a:t>) </a:t>
          </a:r>
          <a:r>
            <a:rPr lang="en-US" dirty="0" err="1"/>
            <a:t>onderzoekers</a:t>
          </a:r>
          <a:endParaRPr lang="en-US" dirty="0"/>
        </a:p>
      </dgm:t>
    </dgm:pt>
    <dgm:pt modelId="{172B19F2-F33F-4263-A8C8-86A828B349B7}" type="parTrans" cxnId="{395A286C-38C8-4436-9E07-641EAB628FD9}">
      <dgm:prSet/>
      <dgm:spPr/>
      <dgm:t>
        <a:bodyPr/>
        <a:lstStyle/>
        <a:p>
          <a:endParaRPr lang="en-US"/>
        </a:p>
      </dgm:t>
    </dgm:pt>
    <dgm:pt modelId="{26273EAD-1EAA-46CD-8902-4E2A2EACB182}" type="sibTrans" cxnId="{395A286C-38C8-4436-9E07-641EAB628FD9}">
      <dgm:prSet/>
      <dgm:spPr/>
      <dgm:t>
        <a:bodyPr/>
        <a:lstStyle/>
        <a:p>
          <a:endParaRPr lang="en-US"/>
        </a:p>
      </dgm:t>
    </dgm:pt>
    <dgm:pt modelId="{5C03D234-7A98-41EB-9DDD-2481D2926CCE}">
      <dgm:prSet/>
      <dgm:spPr/>
      <dgm:t>
        <a:bodyPr/>
        <a:lstStyle/>
        <a:p>
          <a:r>
            <a:rPr lang="en-US" dirty="0"/>
            <a:t>4.3 </a:t>
          </a:r>
          <a:r>
            <a:rPr lang="en-US" dirty="0" err="1"/>
            <a:t>Cultuur</a:t>
          </a:r>
          <a:r>
            <a:rPr lang="en-US" dirty="0"/>
            <a:t> (6-10)</a:t>
          </a:r>
        </a:p>
      </dgm:t>
    </dgm:pt>
    <dgm:pt modelId="{6243AD31-3450-4AF0-AB81-BF1E0C4F9615}" type="parTrans" cxnId="{9282324A-11AB-41CB-8576-1B27D00F7232}">
      <dgm:prSet/>
      <dgm:spPr/>
      <dgm:t>
        <a:bodyPr/>
        <a:lstStyle/>
        <a:p>
          <a:endParaRPr lang="en-US"/>
        </a:p>
      </dgm:t>
    </dgm:pt>
    <dgm:pt modelId="{D75B98FB-C563-4E9F-98F7-FC3CC222A8A3}" type="sibTrans" cxnId="{9282324A-11AB-41CB-8576-1B27D00F7232}">
      <dgm:prSet/>
      <dgm:spPr/>
      <dgm:t>
        <a:bodyPr/>
        <a:lstStyle/>
        <a:p>
          <a:endParaRPr lang="en-US"/>
        </a:p>
      </dgm:t>
    </dgm:pt>
    <dgm:pt modelId="{CB24F343-664B-4107-93E7-BC1BAB6B904A}">
      <dgm:prSet/>
      <dgm:spPr/>
      <dgm:t>
        <a:bodyPr/>
        <a:lstStyle/>
        <a:p>
          <a:r>
            <a:rPr lang="en-US" dirty="0"/>
            <a:t>Zorg voor </a:t>
          </a:r>
          <a:r>
            <a:rPr lang="en-US" dirty="0" err="1"/>
            <a:t>instructies</a:t>
          </a:r>
          <a:r>
            <a:rPr lang="en-US" dirty="0"/>
            <a:t> en </a:t>
          </a:r>
          <a:r>
            <a:rPr lang="en-US" dirty="0" err="1"/>
            <a:t>hun</a:t>
          </a:r>
          <a:r>
            <a:rPr lang="en-US" dirty="0"/>
            <a:t> </a:t>
          </a:r>
          <a:r>
            <a:rPr lang="en-US" dirty="0" err="1"/>
            <a:t>naleving</a:t>
          </a:r>
          <a:endParaRPr lang="en-US" dirty="0"/>
        </a:p>
      </dgm:t>
    </dgm:pt>
    <dgm:pt modelId="{2BCDFE21-1F1F-448E-98B7-E3081AFB2500}" type="parTrans" cxnId="{E4BF0782-9F43-435C-A283-571116042D7C}">
      <dgm:prSet/>
      <dgm:spPr/>
      <dgm:t>
        <a:bodyPr/>
        <a:lstStyle/>
        <a:p>
          <a:endParaRPr lang="en-US"/>
        </a:p>
      </dgm:t>
    </dgm:pt>
    <dgm:pt modelId="{7A2054D5-ADE3-4D43-99E0-8C3376B3FC71}" type="sibTrans" cxnId="{E4BF0782-9F43-435C-A283-571116042D7C}">
      <dgm:prSet/>
      <dgm:spPr/>
      <dgm:t>
        <a:bodyPr/>
        <a:lstStyle/>
        <a:p>
          <a:endParaRPr lang="en-US"/>
        </a:p>
      </dgm:t>
    </dgm:pt>
    <dgm:pt modelId="{6CD36316-C743-42DB-B37F-AD7519678FEC}">
      <dgm:prSet/>
      <dgm:spPr/>
      <dgm:t>
        <a:bodyPr/>
        <a:lstStyle/>
        <a:p>
          <a:r>
            <a:rPr lang="en-US" dirty="0" err="1"/>
            <a:t>Spreek</a:t>
          </a:r>
          <a:r>
            <a:rPr lang="en-US" dirty="0"/>
            <a:t> </a:t>
          </a:r>
          <a:r>
            <a:rPr lang="en-US" dirty="0" err="1"/>
            <a:t>elkaar</a:t>
          </a:r>
          <a:r>
            <a:rPr lang="en-US" dirty="0"/>
            <a:t> (aan) over </a:t>
          </a:r>
          <a:r>
            <a:rPr lang="en-US" dirty="0" err="1"/>
            <a:t>normen</a:t>
          </a:r>
          <a:endParaRPr lang="en-US" dirty="0"/>
        </a:p>
      </dgm:t>
    </dgm:pt>
    <dgm:pt modelId="{27514653-8B5C-4A12-B0A0-0DF91A2E9835}" type="parTrans" cxnId="{2C0A26CB-1D47-4CCF-8F6A-C01F105AF3AE}">
      <dgm:prSet/>
      <dgm:spPr/>
      <dgm:t>
        <a:bodyPr/>
        <a:lstStyle/>
        <a:p>
          <a:endParaRPr lang="en-US"/>
        </a:p>
      </dgm:t>
    </dgm:pt>
    <dgm:pt modelId="{CCD183EC-C9FF-42EC-A78A-7DC772E2F753}" type="sibTrans" cxnId="{2C0A26CB-1D47-4CCF-8F6A-C01F105AF3AE}">
      <dgm:prSet/>
      <dgm:spPr/>
      <dgm:t>
        <a:bodyPr/>
        <a:lstStyle/>
        <a:p>
          <a:endParaRPr lang="en-US"/>
        </a:p>
      </dgm:t>
    </dgm:pt>
    <dgm:pt modelId="{DAAC8964-A386-43AF-9332-E2B2683AB33E}">
      <dgm:prSet/>
      <dgm:spPr/>
      <dgm:t>
        <a:bodyPr/>
        <a:lstStyle/>
        <a:p>
          <a:r>
            <a:rPr lang="en-US" dirty="0"/>
            <a:t>4.4 </a:t>
          </a:r>
          <a:r>
            <a:rPr lang="en-US" dirty="0" err="1"/>
            <a:t>Databeheer</a:t>
          </a:r>
          <a:r>
            <a:rPr lang="en-US" dirty="0"/>
            <a:t> (11-15)</a:t>
          </a:r>
        </a:p>
      </dgm:t>
    </dgm:pt>
    <dgm:pt modelId="{96747630-AA80-4392-A215-846C05A0B753}" type="parTrans" cxnId="{0BD1DADA-F8BB-4252-AC44-20C9D89CF3A8}">
      <dgm:prSet/>
      <dgm:spPr/>
      <dgm:t>
        <a:bodyPr/>
        <a:lstStyle/>
        <a:p>
          <a:endParaRPr lang="en-US"/>
        </a:p>
      </dgm:t>
    </dgm:pt>
    <dgm:pt modelId="{EAA6C66D-DCB3-4289-B0D4-EE64F3D71566}" type="sibTrans" cxnId="{0BD1DADA-F8BB-4252-AC44-20C9D89CF3A8}">
      <dgm:prSet/>
      <dgm:spPr/>
      <dgm:t>
        <a:bodyPr/>
        <a:lstStyle/>
        <a:p>
          <a:endParaRPr lang="en-US"/>
        </a:p>
      </dgm:t>
    </dgm:pt>
    <dgm:pt modelId="{89E2F52C-E0B4-4665-BEB6-800EF471F0D6}">
      <dgm:prSet/>
      <dgm:spPr/>
      <dgm:t>
        <a:bodyPr/>
        <a:lstStyle/>
        <a:p>
          <a:r>
            <a:rPr lang="en-US"/>
            <a:t>Streef naar F.A.I.R.</a:t>
          </a:r>
        </a:p>
      </dgm:t>
    </dgm:pt>
    <dgm:pt modelId="{8D2EDDBD-A6A1-47C3-BFF5-9AAC1A2BDDD8}" type="parTrans" cxnId="{D8C060B1-38B7-4991-91CC-8A65006C4802}">
      <dgm:prSet/>
      <dgm:spPr/>
      <dgm:t>
        <a:bodyPr/>
        <a:lstStyle/>
        <a:p>
          <a:endParaRPr lang="en-US"/>
        </a:p>
      </dgm:t>
    </dgm:pt>
    <dgm:pt modelId="{C2C24978-FD5B-4C33-9E2B-FD7BAF7ABE51}" type="sibTrans" cxnId="{D8C060B1-38B7-4991-91CC-8A65006C4802}">
      <dgm:prSet/>
      <dgm:spPr/>
      <dgm:t>
        <a:bodyPr/>
        <a:lstStyle/>
        <a:p>
          <a:endParaRPr lang="en-US"/>
        </a:p>
      </dgm:t>
    </dgm:pt>
    <dgm:pt modelId="{662F508D-E95F-40FB-9AFB-696DB0148D88}">
      <dgm:prSet/>
      <dgm:spPr/>
      <dgm:t>
        <a:bodyPr/>
        <a:lstStyle/>
        <a:p>
          <a:r>
            <a:rPr lang="en-US" dirty="0"/>
            <a:t>4.5 </a:t>
          </a:r>
          <a:r>
            <a:rPr lang="en-US" dirty="0" err="1"/>
            <a:t>Openbaarmaking</a:t>
          </a:r>
          <a:r>
            <a:rPr lang="en-US" dirty="0"/>
            <a:t> van </a:t>
          </a:r>
          <a:r>
            <a:rPr lang="en-US" dirty="0" err="1"/>
            <a:t>resultaten</a:t>
          </a:r>
          <a:r>
            <a:rPr lang="en-US" dirty="0"/>
            <a:t> (16-17)</a:t>
          </a:r>
        </a:p>
      </dgm:t>
    </dgm:pt>
    <dgm:pt modelId="{036E641F-81BD-4BC3-91F9-2893FDF1A5F7}" type="parTrans" cxnId="{C0945B1D-DBD0-4949-A0F1-8F480E267CFD}">
      <dgm:prSet/>
      <dgm:spPr/>
      <dgm:t>
        <a:bodyPr/>
        <a:lstStyle/>
        <a:p>
          <a:endParaRPr lang="en-US"/>
        </a:p>
      </dgm:t>
    </dgm:pt>
    <dgm:pt modelId="{2415A11A-9F6B-4F52-BAA2-25BD37196183}" type="sibTrans" cxnId="{C0945B1D-DBD0-4949-A0F1-8F480E267CFD}">
      <dgm:prSet/>
      <dgm:spPr/>
      <dgm:t>
        <a:bodyPr/>
        <a:lstStyle/>
        <a:p>
          <a:endParaRPr lang="en-US"/>
        </a:p>
      </dgm:t>
    </dgm:pt>
    <dgm:pt modelId="{553B1361-A968-4F53-B5EE-2F7BD9BD7DC3}">
      <dgm:prSet/>
      <dgm:spPr/>
      <dgm:t>
        <a:bodyPr/>
        <a:lstStyle/>
        <a:p>
          <a:r>
            <a:rPr lang="en-US" dirty="0" err="1"/>
            <a:t>Eerlijke</a:t>
          </a:r>
          <a:r>
            <a:rPr lang="en-US" dirty="0"/>
            <a:t> </a:t>
          </a:r>
          <a:r>
            <a:rPr lang="en-US" dirty="0" err="1"/>
            <a:t>afspraken</a:t>
          </a:r>
          <a:r>
            <a:rPr lang="en-US" dirty="0"/>
            <a:t> met </a:t>
          </a:r>
          <a:r>
            <a:rPr lang="en-US" dirty="0" err="1"/>
            <a:t>opdrachtgevers</a:t>
          </a:r>
          <a:endParaRPr lang="en-US" dirty="0"/>
        </a:p>
      </dgm:t>
    </dgm:pt>
    <dgm:pt modelId="{E1B2B39F-C5E5-4F6D-9B54-293916AF9F1F}" type="parTrans" cxnId="{B613AFD4-BAF1-4954-81E7-69CD8DBAC9D2}">
      <dgm:prSet/>
      <dgm:spPr/>
      <dgm:t>
        <a:bodyPr/>
        <a:lstStyle/>
        <a:p>
          <a:endParaRPr lang="en-US"/>
        </a:p>
      </dgm:t>
    </dgm:pt>
    <dgm:pt modelId="{E4A92E2F-4C13-4C53-9D72-213B8F07DB4D}" type="sibTrans" cxnId="{B613AFD4-BAF1-4954-81E7-69CD8DBAC9D2}">
      <dgm:prSet/>
      <dgm:spPr/>
      <dgm:t>
        <a:bodyPr/>
        <a:lstStyle/>
        <a:p>
          <a:endParaRPr lang="en-US"/>
        </a:p>
      </dgm:t>
    </dgm:pt>
    <dgm:pt modelId="{51457704-183C-4543-BCBB-5E95A7DA8D11}">
      <dgm:prSet/>
      <dgm:spPr/>
      <dgm:t>
        <a:bodyPr/>
        <a:lstStyle/>
        <a:p>
          <a:r>
            <a:rPr lang="en-US" dirty="0"/>
            <a:t>4.6 Ethische </a:t>
          </a:r>
          <a:r>
            <a:rPr lang="en-US" dirty="0" err="1"/>
            <a:t>normen</a:t>
          </a:r>
          <a:r>
            <a:rPr lang="en-US" dirty="0"/>
            <a:t> (18-21)</a:t>
          </a:r>
        </a:p>
      </dgm:t>
    </dgm:pt>
    <dgm:pt modelId="{2ED3D9C3-833C-4127-9471-2898EED86FB1}" type="parTrans" cxnId="{82E8D5BB-EDC5-4794-9F8D-7CDDA671EE79}">
      <dgm:prSet/>
      <dgm:spPr/>
      <dgm:t>
        <a:bodyPr/>
        <a:lstStyle/>
        <a:p>
          <a:endParaRPr lang="en-US"/>
        </a:p>
      </dgm:t>
    </dgm:pt>
    <dgm:pt modelId="{99F3C4F1-7DE2-4729-8923-84A0F031BC9A}" type="sibTrans" cxnId="{82E8D5BB-EDC5-4794-9F8D-7CDDA671EE79}">
      <dgm:prSet/>
      <dgm:spPr/>
      <dgm:t>
        <a:bodyPr/>
        <a:lstStyle/>
        <a:p>
          <a:endParaRPr lang="en-US"/>
        </a:p>
      </dgm:t>
    </dgm:pt>
    <dgm:pt modelId="{9622BD25-A3B5-476B-AB45-DFAFD3B5D8C8}">
      <dgm:prSet/>
      <dgm:spPr/>
      <dgm:t>
        <a:bodyPr/>
        <a:lstStyle/>
        <a:p>
          <a:r>
            <a:rPr lang="nl-NL" dirty="0"/>
            <a:t>Zorg voor (goed bereikbare) ethische commissie, vertrouwenspersonen en commissie wetenschappelijke integriteit</a:t>
          </a:r>
          <a:endParaRPr lang="en-US" dirty="0"/>
        </a:p>
      </dgm:t>
    </dgm:pt>
    <dgm:pt modelId="{00E20F8B-495F-458C-806D-E2F57FF17CF7}" type="parTrans" cxnId="{ED8C1324-3F53-4F6A-8A2E-9CC6D9B0FEC1}">
      <dgm:prSet/>
      <dgm:spPr/>
      <dgm:t>
        <a:bodyPr/>
        <a:lstStyle/>
        <a:p>
          <a:endParaRPr lang="en-US"/>
        </a:p>
      </dgm:t>
    </dgm:pt>
    <dgm:pt modelId="{DC80B82D-C511-4996-9018-085CDB8E1E74}" type="sibTrans" cxnId="{ED8C1324-3F53-4F6A-8A2E-9CC6D9B0FEC1}">
      <dgm:prSet/>
      <dgm:spPr/>
      <dgm:t>
        <a:bodyPr/>
        <a:lstStyle/>
        <a:p>
          <a:endParaRPr lang="en-US"/>
        </a:p>
      </dgm:t>
    </dgm:pt>
    <dgm:pt modelId="{E1B6F3CB-CF89-4DEE-926B-FE10526041B8}">
      <dgm:prSet/>
      <dgm:spPr/>
      <dgm:t>
        <a:bodyPr/>
        <a:lstStyle/>
        <a:p>
          <a:r>
            <a:rPr lang="en-US" dirty="0" err="1"/>
            <a:t>Zorgvuldig</a:t>
          </a:r>
          <a:r>
            <a:rPr lang="en-US" dirty="0"/>
            <a:t> </a:t>
          </a:r>
          <a:r>
            <a:rPr lang="en-US" dirty="0" err="1"/>
            <a:t>naar</a:t>
          </a:r>
          <a:r>
            <a:rPr lang="en-US" dirty="0"/>
            <a:t> </a:t>
          </a:r>
          <a:r>
            <a:rPr lang="en-US" dirty="0" err="1"/>
            <a:t>publiek</a:t>
          </a:r>
          <a:endParaRPr lang="en-US" dirty="0"/>
        </a:p>
      </dgm:t>
    </dgm:pt>
    <dgm:pt modelId="{C2139396-376D-4274-9BBC-F3E8C1796CDC}" type="parTrans" cxnId="{5958AB6F-66EC-4325-987E-BE3A3384101C}">
      <dgm:prSet/>
      <dgm:spPr/>
      <dgm:t>
        <a:bodyPr/>
        <a:lstStyle/>
        <a:p>
          <a:endParaRPr lang="nl-NL"/>
        </a:p>
      </dgm:t>
    </dgm:pt>
    <dgm:pt modelId="{16D258B0-E570-4EF0-9A4D-B1F131B3CC18}" type="sibTrans" cxnId="{5958AB6F-66EC-4325-987E-BE3A3384101C}">
      <dgm:prSet/>
      <dgm:spPr/>
      <dgm:t>
        <a:bodyPr/>
        <a:lstStyle/>
        <a:p>
          <a:endParaRPr lang="nl-NL"/>
        </a:p>
      </dgm:t>
    </dgm:pt>
    <dgm:pt modelId="{2C47B136-ED9A-413A-B076-C72451C2EA4F}" type="pres">
      <dgm:prSet presAssocID="{93DB2AF7-7E0A-4F71-975C-10C2C2DF61EC}" presName="linear" presStyleCnt="0">
        <dgm:presLayoutVars>
          <dgm:dir/>
          <dgm:animLvl val="lvl"/>
          <dgm:resizeHandles val="exact"/>
        </dgm:presLayoutVars>
      </dgm:prSet>
      <dgm:spPr/>
    </dgm:pt>
    <dgm:pt modelId="{6CCD0B17-A16C-4A8B-B5C9-818D63E740AE}" type="pres">
      <dgm:prSet presAssocID="{8743186D-561A-44BF-8F20-B3DA879AF524}" presName="parentLin" presStyleCnt="0"/>
      <dgm:spPr/>
    </dgm:pt>
    <dgm:pt modelId="{D362932F-8CD2-4EA1-A46F-518063C28838}" type="pres">
      <dgm:prSet presAssocID="{8743186D-561A-44BF-8F20-B3DA879AF524}" presName="parentLeftMargin" presStyleLbl="node1" presStyleIdx="0" presStyleCnt="5"/>
      <dgm:spPr/>
    </dgm:pt>
    <dgm:pt modelId="{1E9CBDFF-AF69-4C77-8559-6A0413BCE15B}" type="pres">
      <dgm:prSet presAssocID="{8743186D-561A-44BF-8F20-B3DA879AF52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ECEA227-B9B7-455E-9036-35EF08CB34AB}" type="pres">
      <dgm:prSet presAssocID="{8743186D-561A-44BF-8F20-B3DA879AF524}" presName="negativeSpace" presStyleCnt="0"/>
      <dgm:spPr/>
    </dgm:pt>
    <dgm:pt modelId="{7A5BEDE4-DABA-4071-821E-FB0DA57FB581}" type="pres">
      <dgm:prSet presAssocID="{8743186D-561A-44BF-8F20-B3DA879AF524}" presName="childText" presStyleLbl="conFgAcc1" presStyleIdx="0" presStyleCnt="5">
        <dgm:presLayoutVars>
          <dgm:bulletEnabled val="1"/>
        </dgm:presLayoutVars>
      </dgm:prSet>
      <dgm:spPr/>
    </dgm:pt>
    <dgm:pt modelId="{F1E89846-3D44-40C9-B7E8-326E7B47AA21}" type="pres">
      <dgm:prSet presAssocID="{37149919-9E9D-47CB-9F75-FA2E74D14AE6}" presName="spaceBetweenRectangles" presStyleCnt="0"/>
      <dgm:spPr/>
    </dgm:pt>
    <dgm:pt modelId="{0C5F2414-30A4-4005-AC1D-B6E1F623BDA5}" type="pres">
      <dgm:prSet presAssocID="{5C03D234-7A98-41EB-9DDD-2481D2926CCE}" presName="parentLin" presStyleCnt="0"/>
      <dgm:spPr/>
    </dgm:pt>
    <dgm:pt modelId="{D5A80948-AE07-4888-8DB2-65A2CB14F8B8}" type="pres">
      <dgm:prSet presAssocID="{5C03D234-7A98-41EB-9DDD-2481D2926CCE}" presName="parentLeftMargin" presStyleLbl="node1" presStyleIdx="0" presStyleCnt="5"/>
      <dgm:spPr/>
    </dgm:pt>
    <dgm:pt modelId="{120016CC-B355-459D-99B7-60DC39196F28}" type="pres">
      <dgm:prSet presAssocID="{5C03D234-7A98-41EB-9DDD-2481D2926CC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5CAA4A1-8344-45B0-87AC-4EABBC9B7D5C}" type="pres">
      <dgm:prSet presAssocID="{5C03D234-7A98-41EB-9DDD-2481D2926CCE}" presName="negativeSpace" presStyleCnt="0"/>
      <dgm:spPr/>
    </dgm:pt>
    <dgm:pt modelId="{229E53BE-E15D-4BCA-82DE-9B2FB2247F2C}" type="pres">
      <dgm:prSet presAssocID="{5C03D234-7A98-41EB-9DDD-2481D2926CCE}" presName="childText" presStyleLbl="conFgAcc1" presStyleIdx="1" presStyleCnt="5">
        <dgm:presLayoutVars>
          <dgm:bulletEnabled val="1"/>
        </dgm:presLayoutVars>
      </dgm:prSet>
      <dgm:spPr/>
    </dgm:pt>
    <dgm:pt modelId="{BCE05F8B-81CB-493B-9F03-F589415D793A}" type="pres">
      <dgm:prSet presAssocID="{D75B98FB-C563-4E9F-98F7-FC3CC222A8A3}" presName="spaceBetweenRectangles" presStyleCnt="0"/>
      <dgm:spPr/>
    </dgm:pt>
    <dgm:pt modelId="{0DBF7CFF-562F-4511-A2DB-684BC11ECC0C}" type="pres">
      <dgm:prSet presAssocID="{DAAC8964-A386-43AF-9332-E2B2683AB33E}" presName="parentLin" presStyleCnt="0"/>
      <dgm:spPr/>
    </dgm:pt>
    <dgm:pt modelId="{E897B252-9F5A-4ECC-B731-D383D6E4AF70}" type="pres">
      <dgm:prSet presAssocID="{DAAC8964-A386-43AF-9332-E2B2683AB33E}" presName="parentLeftMargin" presStyleLbl="node1" presStyleIdx="1" presStyleCnt="5"/>
      <dgm:spPr/>
    </dgm:pt>
    <dgm:pt modelId="{A48C9652-358B-4C43-BA62-E3BFEDD85B96}" type="pres">
      <dgm:prSet presAssocID="{DAAC8964-A386-43AF-9332-E2B2683AB33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B0A2F5F-0997-4670-86FC-0CCF7C40B526}" type="pres">
      <dgm:prSet presAssocID="{DAAC8964-A386-43AF-9332-E2B2683AB33E}" presName="negativeSpace" presStyleCnt="0"/>
      <dgm:spPr/>
    </dgm:pt>
    <dgm:pt modelId="{A8B5425D-7E7C-40ED-B11D-36B5A2FBD1FF}" type="pres">
      <dgm:prSet presAssocID="{DAAC8964-A386-43AF-9332-E2B2683AB33E}" presName="childText" presStyleLbl="conFgAcc1" presStyleIdx="2" presStyleCnt="5">
        <dgm:presLayoutVars>
          <dgm:bulletEnabled val="1"/>
        </dgm:presLayoutVars>
      </dgm:prSet>
      <dgm:spPr/>
    </dgm:pt>
    <dgm:pt modelId="{804FE8C9-A084-4FA7-A9BF-1B7486E1D543}" type="pres">
      <dgm:prSet presAssocID="{EAA6C66D-DCB3-4289-B0D4-EE64F3D71566}" presName="spaceBetweenRectangles" presStyleCnt="0"/>
      <dgm:spPr/>
    </dgm:pt>
    <dgm:pt modelId="{2309B481-E988-48CD-B795-DEF47A09B855}" type="pres">
      <dgm:prSet presAssocID="{662F508D-E95F-40FB-9AFB-696DB0148D88}" presName="parentLin" presStyleCnt="0"/>
      <dgm:spPr/>
    </dgm:pt>
    <dgm:pt modelId="{D028BD3E-2028-4A64-95BB-D0ADCD409F0F}" type="pres">
      <dgm:prSet presAssocID="{662F508D-E95F-40FB-9AFB-696DB0148D88}" presName="parentLeftMargin" presStyleLbl="node1" presStyleIdx="2" presStyleCnt="5"/>
      <dgm:spPr/>
    </dgm:pt>
    <dgm:pt modelId="{42FE8C2E-2952-458E-8F8F-8C3B0AAD6B3B}" type="pres">
      <dgm:prSet presAssocID="{662F508D-E95F-40FB-9AFB-696DB0148D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F70090-3D0C-4828-A214-C3D41527514B}" type="pres">
      <dgm:prSet presAssocID="{662F508D-E95F-40FB-9AFB-696DB0148D88}" presName="negativeSpace" presStyleCnt="0"/>
      <dgm:spPr/>
    </dgm:pt>
    <dgm:pt modelId="{3727E209-CEC2-4739-AA22-1EA1777DFEAD}" type="pres">
      <dgm:prSet presAssocID="{662F508D-E95F-40FB-9AFB-696DB0148D88}" presName="childText" presStyleLbl="conFgAcc1" presStyleIdx="3" presStyleCnt="5">
        <dgm:presLayoutVars>
          <dgm:bulletEnabled val="1"/>
        </dgm:presLayoutVars>
      </dgm:prSet>
      <dgm:spPr/>
    </dgm:pt>
    <dgm:pt modelId="{DAB41E26-AEAD-47E0-83D0-F440CDB44DB3}" type="pres">
      <dgm:prSet presAssocID="{2415A11A-9F6B-4F52-BAA2-25BD37196183}" presName="spaceBetweenRectangles" presStyleCnt="0"/>
      <dgm:spPr/>
    </dgm:pt>
    <dgm:pt modelId="{141A9230-222A-4EC8-A875-07CAC470646A}" type="pres">
      <dgm:prSet presAssocID="{51457704-183C-4543-BCBB-5E95A7DA8D11}" presName="parentLin" presStyleCnt="0"/>
      <dgm:spPr/>
    </dgm:pt>
    <dgm:pt modelId="{A0576742-7DEB-413D-A1CD-65103A87A173}" type="pres">
      <dgm:prSet presAssocID="{51457704-183C-4543-BCBB-5E95A7DA8D11}" presName="parentLeftMargin" presStyleLbl="node1" presStyleIdx="3" presStyleCnt="5"/>
      <dgm:spPr/>
    </dgm:pt>
    <dgm:pt modelId="{47DB497B-6B52-462C-AD85-51A190C7165C}" type="pres">
      <dgm:prSet presAssocID="{51457704-183C-4543-BCBB-5E95A7DA8D1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B884CB7-88F3-4F1B-BE8C-DE75B3F6D63B}" type="pres">
      <dgm:prSet presAssocID="{51457704-183C-4543-BCBB-5E95A7DA8D11}" presName="negativeSpace" presStyleCnt="0"/>
      <dgm:spPr/>
    </dgm:pt>
    <dgm:pt modelId="{BA644EB8-C86D-45B5-8BF4-AE1A63EE7955}" type="pres">
      <dgm:prSet presAssocID="{51457704-183C-4543-BCBB-5E95A7DA8D1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5F73200-33DC-454B-8021-42CC8D942D7B}" type="presOf" srcId="{CB24F343-664B-4107-93E7-BC1BAB6B904A}" destId="{229E53BE-E15D-4BCA-82DE-9B2FB2247F2C}" srcOrd="0" destOrd="0" presId="urn:microsoft.com/office/officeart/2005/8/layout/list1"/>
    <dgm:cxn modelId="{69275916-17C3-4C79-BF8A-5CA6BA9E076D}" type="presOf" srcId="{5C03D234-7A98-41EB-9DDD-2481D2926CCE}" destId="{D5A80948-AE07-4888-8DB2-65A2CB14F8B8}" srcOrd="0" destOrd="0" presId="urn:microsoft.com/office/officeart/2005/8/layout/list1"/>
    <dgm:cxn modelId="{C0945B1D-DBD0-4949-A0F1-8F480E267CFD}" srcId="{93DB2AF7-7E0A-4F71-975C-10C2C2DF61EC}" destId="{662F508D-E95F-40FB-9AFB-696DB0148D88}" srcOrd="3" destOrd="0" parTransId="{036E641F-81BD-4BC3-91F9-2893FDF1A5F7}" sibTransId="{2415A11A-9F6B-4F52-BAA2-25BD37196183}"/>
    <dgm:cxn modelId="{ED8C1324-3F53-4F6A-8A2E-9CC6D9B0FEC1}" srcId="{51457704-183C-4543-BCBB-5E95A7DA8D11}" destId="{9622BD25-A3B5-476B-AB45-DFAFD3B5D8C8}" srcOrd="0" destOrd="0" parTransId="{00E20F8B-495F-458C-806D-E2F57FF17CF7}" sibTransId="{DC80B82D-C511-4996-9018-085CDB8E1E74}"/>
    <dgm:cxn modelId="{7EEB2C27-D6B9-4E6E-B9F3-5F37BDADE3E7}" type="presOf" srcId="{8743186D-561A-44BF-8F20-B3DA879AF524}" destId="{D362932F-8CD2-4EA1-A46F-518063C28838}" srcOrd="0" destOrd="0" presId="urn:microsoft.com/office/officeart/2005/8/layout/list1"/>
    <dgm:cxn modelId="{53FE343D-4324-49BE-8EC2-E4398F4D0B8F}" type="presOf" srcId="{DAAC8964-A386-43AF-9332-E2B2683AB33E}" destId="{A48C9652-358B-4C43-BA62-E3BFEDD85B96}" srcOrd="1" destOrd="0" presId="urn:microsoft.com/office/officeart/2005/8/layout/list1"/>
    <dgm:cxn modelId="{9282324A-11AB-41CB-8576-1B27D00F7232}" srcId="{93DB2AF7-7E0A-4F71-975C-10C2C2DF61EC}" destId="{5C03D234-7A98-41EB-9DDD-2481D2926CCE}" srcOrd="1" destOrd="0" parTransId="{6243AD31-3450-4AF0-AB81-BF1E0C4F9615}" sibTransId="{D75B98FB-C563-4E9F-98F7-FC3CC222A8A3}"/>
    <dgm:cxn modelId="{395A286C-38C8-4436-9E07-641EAB628FD9}" srcId="{8743186D-561A-44BF-8F20-B3DA879AF524}" destId="{4CEA29C7-4383-4C46-81FD-F6A60426EFC4}" srcOrd="0" destOrd="0" parTransId="{172B19F2-F33F-4263-A8C8-86A828B349B7}" sibTransId="{26273EAD-1EAA-46CD-8902-4E2A2EACB182}"/>
    <dgm:cxn modelId="{5958AB6F-66EC-4325-987E-BE3A3384101C}" srcId="{662F508D-E95F-40FB-9AFB-696DB0148D88}" destId="{E1B6F3CB-CF89-4DEE-926B-FE10526041B8}" srcOrd="1" destOrd="0" parTransId="{C2139396-376D-4274-9BBC-F3E8C1796CDC}" sibTransId="{16D258B0-E570-4EF0-9A4D-B1F131B3CC18}"/>
    <dgm:cxn modelId="{65ADAF71-0ADA-46B6-8B44-1725731D2548}" type="presOf" srcId="{9622BD25-A3B5-476B-AB45-DFAFD3B5D8C8}" destId="{BA644EB8-C86D-45B5-8BF4-AE1A63EE7955}" srcOrd="0" destOrd="0" presId="urn:microsoft.com/office/officeart/2005/8/layout/list1"/>
    <dgm:cxn modelId="{76B52F5A-694B-4656-B9B9-C2A1C9C95B43}" type="presOf" srcId="{E1B6F3CB-CF89-4DEE-926B-FE10526041B8}" destId="{3727E209-CEC2-4739-AA22-1EA1777DFEAD}" srcOrd="0" destOrd="1" presId="urn:microsoft.com/office/officeart/2005/8/layout/list1"/>
    <dgm:cxn modelId="{0F359E5A-B942-4AA3-A483-C7292F5A7A9F}" type="presOf" srcId="{DAAC8964-A386-43AF-9332-E2B2683AB33E}" destId="{E897B252-9F5A-4ECC-B731-D383D6E4AF70}" srcOrd="0" destOrd="0" presId="urn:microsoft.com/office/officeart/2005/8/layout/list1"/>
    <dgm:cxn modelId="{E4BF0782-9F43-435C-A283-571116042D7C}" srcId="{5C03D234-7A98-41EB-9DDD-2481D2926CCE}" destId="{CB24F343-664B-4107-93E7-BC1BAB6B904A}" srcOrd="0" destOrd="0" parTransId="{2BCDFE21-1F1F-448E-98B7-E3081AFB2500}" sibTransId="{7A2054D5-ADE3-4D43-99E0-8C3376B3FC71}"/>
    <dgm:cxn modelId="{47657083-0BBA-49B3-B4C3-3595B8C4EF37}" type="presOf" srcId="{662F508D-E95F-40FB-9AFB-696DB0148D88}" destId="{42FE8C2E-2952-458E-8F8F-8C3B0AAD6B3B}" srcOrd="1" destOrd="0" presId="urn:microsoft.com/office/officeart/2005/8/layout/list1"/>
    <dgm:cxn modelId="{B8E6588F-2DD8-475B-A14B-ED6B945FAF95}" type="presOf" srcId="{51457704-183C-4543-BCBB-5E95A7DA8D11}" destId="{A0576742-7DEB-413D-A1CD-65103A87A173}" srcOrd="0" destOrd="0" presId="urn:microsoft.com/office/officeart/2005/8/layout/list1"/>
    <dgm:cxn modelId="{E0FFBBA1-E02B-4E81-93E6-2A5A02246FA4}" type="presOf" srcId="{89E2F52C-E0B4-4665-BEB6-800EF471F0D6}" destId="{A8B5425D-7E7C-40ED-B11D-36B5A2FBD1FF}" srcOrd="0" destOrd="0" presId="urn:microsoft.com/office/officeart/2005/8/layout/list1"/>
    <dgm:cxn modelId="{E57203A6-2B0A-4051-A1CE-25F61007BB64}" type="presOf" srcId="{6CD36316-C743-42DB-B37F-AD7519678FEC}" destId="{229E53BE-E15D-4BCA-82DE-9B2FB2247F2C}" srcOrd="0" destOrd="1" presId="urn:microsoft.com/office/officeart/2005/8/layout/list1"/>
    <dgm:cxn modelId="{A19855B0-B485-4A1F-A1D7-19186859F58E}" type="presOf" srcId="{8743186D-561A-44BF-8F20-B3DA879AF524}" destId="{1E9CBDFF-AF69-4C77-8559-6A0413BCE15B}" srcOrd="1" destOrd="0" presId="urn:microsoft.com/office/officeart/2005/8/layout/list1"/>
    <dgm:cxn modelId="{D8C060B1-38B7-4991-91CC-8A65006C4802}" srcId="{DAAC8964-A386-43AF-9332-E2B2683AB33E}" destId="{89E2F52C-E0B4-4665-BEB6-800EF471F0D6}" srcOrd="0" destOrd="0" parTransId="{8D2EDDBD-A6A1-47C3-BFF5-9AAC1A2BDDD8}" sibTransId="{C2C24978-FD5B-4C33-9E2B-FD7BAF7ABE51}"/>
    <dgm:cxn modelId="{C70360B2-CD98-4468-A884-078C552FCB06}" type="presOf" srcId="{5C03D234-7A98-41EB-9DDD-2481D2926CCE}" destId="{120016CC-B355-459D-99B7-60DC39196F28}" srcOrd="1" destOrd="0" presId="urn:microsoft.com/office/officeart/2005/8/layout/list1"/>
    <dgm:cxn modelId="{49F307B5-3A06-4541-A81B-215AF0ADFDE9}" srcId="{93DB2AF7-7E0A-4F71-975C-10C2C2DF61EC}" destId="{8743186D-561A-44BF-8F20-B3DA879AF524}" srcOrd="0" destOrd="0" parTransId="{3E252E8D-7725-437A-A20F-61FC242D3EB4}" sibTransId="{37149919-9E9D-47CB-9F75-FA2E74D14AE6}"/>
    <dgm:cxn modelId="{93BF85B5-ACD8-43B9-83BB-992182DEE23B}" type="presOf" srcId="{93DB2AF7-7E0A-4F71-975C-10C2C2DF61EC}" destId="{2C47B136-ED9A-413A-B076-C72451C2EA4F}" srcOrd="0" destOrd="0" presId="urn:microsoft.com/office/officeart/2005/8/layout/list1"/>
    <dgm:cxn modelId="{C680EEB6-1AA3-486C-B201-2E4DE9420174}" type="presOf" srcId="{51457704-183C-4543-BCBB-5E95A7DA8D11}" destId="{47DB497B-6B52-462C-AD85-51A190C7165C}" srcOrd="1" destOrd="0" presId="urn:microsoft.com/office/officeart/2005/8/layout/list1"/>
    <dgm:cxn modelId="{82E8D5BB-EDC5-4794-9F8D-7CDDA671EE79}" srcId="{93DB2AF7-7E0A-4F71-975C-10C2C2DF61EC}" destId="{51457704-183C-4543-BCBB-5E95A7DA8D11}" srcOrd="4" destOrd="0" parTransId="{2ED3D9C3-833C-4127-9471-2898EED86FB1}" sibTransId="{99F3C4F1-7DE2-4729-8923-84A0F031BC9A}"/>
    <dgm:cxn modelId="{2C0A26CB-1D47-4CCF-8F6A-C01F105AF3AE}" srcId="{5C03D234-7A98-41EB-9DDD-2481D2926CCE}" destId="{6CD36316-C743-42DB-B37F-AD7519678FEC}" srcOrd="1" destOrd="0" parTransId="{27514653-8B5C-4A12-B0A0-0DF91A2E9835}" sibTransId="{CCD183EC-C9FF-42EC-A78A-7DC772E2F753}"/>
    <dgm:cxn modelId="{756043CC-5FFD-4106-96A7-0A734A14017C}" type="presOf" srcId="{662F508D-E95F-40FB-9AFB-696DB0148D88}" destId="{D028BD3E-2028-4A64-95BB-D0ADCD409F0F}" srcOrd="0" destOrd="0" presId="urn:microsoft.com/office/officeart/2005/8/layout/list1"/>
    <dgm:cxn modelId="{B613AFD4-BAF1-4954-81E7-69CD8DBAC9D2}" srcId="{662F508D-E95F-40FB-9AFB-696DB0148D88}" destId="{553B1361-A968-4F53-B5EE-2F7BD9BD7DC3}" srcOrd="0" destOrd="0" parTransId="{E1B2B39F-C5E5-4F6D-9B54-293916AF9F1F}" sibTransId="{E4A92E2F-4C13-4C53-9D72-213B8F07DB4D}"/>
    <dgm:cxn modelId="{0BD1DADA-F8BB-4252-AC44-20C9D89CF3A8}" srcId="{93DB2AF7-7E0A-4F71-975C-10C2C2DF61EC}" destId="{DAAC8964-A386-43AF-9332-E2B2683AB33E}" srcOrd="2" destOrd="0" parTransId="{96747630-AA80-4392-A215-846C05A0B753}" sibTransId="{EAA6C66D-DCB3-4289-B0D4-EE64F3D71566}"/>
    <dgm:cxn modelId="{52CD9BF6-473D-4871-AFE8-F59688FDB1FE}" type="presOf" srcId="{553B1361-A968-4F53-B5EE-2F7BD9BD7DC3}" destId="{3727E209-CEC2-4739-AA22-1EA1777DFEAD}" srcOrd="0" destOrd="0" presId="urn:microsoft.com/office/officeart/2005/8/layout/list1"/>
    <dgm:cxn modelId="{00C469FF-3921-4729-81FC-957E4CC350E0}" type="presOf" srcId="{4CEA29C7-4383-4C46-81FD-F6A60426EFC4}" destId="{7A5BEDE4-DABA-4071-821E-FB0DA57FB581}" srcOrd="0" destOrd="0" presId="urn:microsoft.com/office/officeart/2005/8/layout/list1"/>
    <dgm:cxn modelId="{2006565E-2429-43FD-AFA3-F370CD0FF871}" type="presParOf" srcId="{2C47B136-ED9A-413A-B076-C72451C2EA4F}" destId="{6CCD0B17-A16C-4A8B-B5C9-818D63E740AE}" srcOrd="0" destOrd="0" presId="urn:microsoft.com/office/officeart/2005/8/layout/list1"/>
    <dgm:cxn modelId="{C03D607A-0EC4-43A5-9298-E3FB91229F06}" type="presParOf" srcId="{6CCD0B17-A16C-4A8B-B5C9-818D63E740AE}" destId="{D362932F-8CD2-4EA1-A46F-518063C28838}" srcOrd="0" destOrd="0" presId="urn:microsoft.com/office/officeart/2005/8/layout/list1"/>
    <dgm:cxn modelId="{9E4A6FDB-4643-40A3-AE88-70199358F133}" type="presParOf" srcId="{6CCD0B17-A16C-4A8B-B5C9-818D63E740AE}" destId="{1E9CBDFF-AF69-4C77-8559-6A0413BCE15B}" srcOrd="1" destOrd="0" presId="urn:microsoft.com/office/officeart/2005/8/layout/list1"/>
    <dgm:cxn modelId="{CED3F928-6115-444F-8968-154CE6852BED}" type="presParOf" srcId="{2C47B136-ED9A-413A-B076-C72451C2EA4F}" destId="{7ECEA227-B9B7-455E-9036-35EF08CB34AB}" srcOrd="1" destOrd="0" presId="urn:microsoft.com/office/officeart/2005/8/layout/list1"/>
    <dgm:cxn modelId="{E60B07CE-626A-49FF-BCCF-EA860A4C6160}" type="presParOf" srcId="{2C47B136-ED9A-413A-B076-C72451C2EA4F}" destId="{7A5BEDE4-DABA-4071-821E-FB0DA57FB581}" srcOrd="2" destOrd="0" presId="urn:microsoft.com/office/officeart/2005/8/layout/list1"/>
    <dgm:cxn modelId="{C3C73AB9-C241-49C4-8268-962BABE34999}" type="presParOf" srcId="{2C47B136-ED9A-413A-B076-C72451C2EA4F}" destId="{F1E89846-3D44-40C9-B7E8-326E7B47AA21}" srcOrd="3" destOrd="0" presId="urn:microsoft.com/office/officeart/2005/8/layout/list1"/>
    <dgm:cxn modelId="{F47B25E0-57BF-47E9-AA12-3CCE64380A5C}" type="presParOf" srcId="{2C47B136-ED9A-413A-B076-C72451C2EA4F}" destId="{0C5F2414-30A4-4005-AC1D-B6E1F623BDA5}" srcOrd="4" destOrd="0" presId="urn:microsoft.com/office/officeart/2005/8/layout/list1"/>
    <dgm:cxn modelId="{771FB409-D495-4664-9BAB-6C6149BDE00E}" type="presParOf" srcId="{0C5F2414-30A4-4005-AC1D-B6E1F623BDA5}" destId="{D5A80948-AE07-4888-8DB2-65A2CB14F8B8}" srcOrd="0" destOrd="0" presId="urn:microsoft.com/office/officeart/2005/8/layout/list1"/>
    <dgm:cxn modelId="{947E9652-904E-4043-9A6D-DBF130DCAEBB}" type="presParOf" srcId="{0C5F2414-30A4-4005-AC1D-B6E1F623BDA5}" destId="{120016CC-B355-459D-99B7-60DC39196F28}" srcOrd="1" destOrd="0" presId="urn:microsoft.com/office/officeart/2005/8/layout/list1"/>
    <dgm:cxn modelId="{447BC4A4-B2C5-472A-A169-8CE535DA66A6}" type="presParOf" srcId="{2C47B136-ED9A-413A-B076-C72451C2EA4F}" destId="{B5CAA4A1-8344-45B0-87AC-4EABBC9B7D5C}" srcOrd="5" destOrd="0" presId="urn:microsoft.com/office/officeart/2005/8/layout/list1"/>
    <dgm:cxn modelId="{01CC435D-36F3-492D-B3A3-C2D2F053193D}" type="presParOf" srcId="{2C47B136-ED9A-413A-B076-C72451C2EA4F}" destId="{229E53BE-E15D-4BCA-82DE-9B2FB2247F2C}" srcOrd="6" destOrd="0" presId="urn:microsoft.com/office/officeart/2005/8/layout/list1"/>
    <dgm:cxn modelId="{20592FF7-6087-4AAA-AB5C-C221A71118B8}" type="presParOf" srcId="{2C47B136-ED9A-413A-B076-C72451C2EA4F}" destId="{BCE05F8B-81CB-493B-9F03-F589415D793A}" srcOrd="7" destOrd="0" presId="urn:microsoft.com/office/officeart/2005/8/layout/list1"/>
    <dgm:cxn modelId="{AF9D3EC7-A2DF-4F96-A344-C1286271079A}" type="presParOf" srcId="{2C47B136-ED9A-413A-B076-C72451C2EA4F}" destId="{0DBF7CFF-562F-4511-A2DB-684BC11ECC0C}" srcOrd="8" destOrd="0" presId="urn:microsoft.com/office/officeart/2005/8/layout/list1"/>
    <dgm:cxn modelId="{45EFE732-2D27-4CF0-9140-4AB9CB2737C4}" type="presParOf" srcId="{0DBF7CFF-562F-4511-A2DB-684BC11ECC0C}" destId="{E897B252-9F5A-4ECC-B731-D383D6E4AF70}" srcOrd="0" destOrd="0" presId="urn:microsoft.com/office/officeart/2005/8/layout/list1"/>
    <dgm:cxn modelId="{B3E6B451-495B-4605-A1FC-4A4576D240B9}" type="presParOf" srcId="{0DBF7CFF-562F-4511-A2DB-684BC11ECC0C}" destId="{A48C9652-358B-4C43-BA62-E3BFEDD85B96}" srcOrd="1" destOrd="0" presId="urn:microsoft.com/office/officeart/2005/8/layout/list1"/>
    <dgm:cxn modelId="{1B27EAC4-BDC4-4C59-B389-AC389B312002}" type="presParOf" srcId="{2C47B136-ED9A-413A-B076-C72451C2EA4F}" destId="{EB0A2F5F-0997-4670-86FC-0CCF7C40B526}" srcOrd="9" destOrd="0" presId="urn:microsoft.com/office/officeart/2005/8/layout/list1"/>
    <dgm:cxn modelId="{F5860127-4985-4F11-8DFD-9B36FB8B5F99}" type="presParOf" srcId="{2C47B136-ED9A-413A-B076-C72451C2EA4F}" destId="{A8B5425D-7E7C-40ED-B11D-36B5A2FBD1FF}" srcOrd="10" destOrd="0" presId="urn:microsoft.com/office/officeart/2005/8/layout/list1"/>
    <dgm:cxn modelId="{04E666EE-5DAD-48D0-9A2E-C330559102AB}" type="presParOf" srcId="{2C47B136-ED9A-413A-B076-C72451C2EA4F}" destId="{804FE8C9-A084-4FA7-A9BF-1B7486E1D543}" srcOrd="11" destOrd="0" presId="urn:microsoft.com/office/officeart/2005/8/layout/list1"/>
    <dgm:cxn modelId="{FE093C3B-64F3-4545-BB1B-FB905B401D4E}" type="presParOf" srcId="{2C47B136-ED9A-413A-B076-C72451C2EA4F}" destId="{2309B481-E988-48CD-B795-DEF47A09B855}" srcOrd="12" destOrd="0" presId="urn:microsoft.com/office/officeart/2005/8/layout/list1"/>
    <dgm:cxn modelId="{5FBD5226-B134-40B7-92ED-DCFB131CC580}" type="presParOf" srcId="{2309B481-E988-48CD-B795-DEF47A09B855}" destId="{D028BD3E-2028-4A64-95BB-D0ADCD409F0F}" srcOrd="0" destOrd="0" presId="urn:microsoft.com/office/officeart/2005/8/layout/list1"/>
    <dgm:cxn modelId="{030FF2CB-0D34-499A-ADFB-27F21EEBDE27}" type="presParOf" srcId="{2309B481-E988-48CD-B795-DEF47A09B855}" destId="{42FE8C2E-2952-458E-8F8F-8C3B0AAD6B3B}" srcOrd="1" destOrd="0" presId="urn:microsoft.com/office/officeart/2005/8/layout/list1"/>
    <dgm:cxn modelId="{E4AA0D69-F6ED-4345-B66F-F82046B130B9}" type="presParOf" srcId="{2C47B136-ED9A-413A-B076-C72451C2EA4F}" destId="{4AF70090-3D0C-4828-A214-C3D41527514B}" srcOrd="13" destOrd="0" presId="urn:microsoft.com/office/officeart/2005/8/layout/list1"/>
    <dgm:cxn modelId="{096C80B2-B111-4C86-BE4C-300E980F17FF}" type="presParOf" srcId="{2C47B136-ED9A-413A-B076-C72451C2EA4F}" destId="{3727E209-CEC2-4739-AA22-1EA1777DFEAD}" srcOrd="14" destOrd="0" presId="urn:microsoft.com/office/officeart/2005/8/layout/list1"/>
    <dgm:cxn modelId="{1248A819-843F-41BB-B099-5DF22A9E48DB}" type="presParOf" srcId="{2C47B136-ED9A-413A-B076-C72451C2EA4F}" destId="{DAB41E26-AEAD-47E0-83D0-F440CDB44DB3}" srcOrd="15" destOrd="0" presId="urn:microsoft.com/office/officeart/2005/8/layout/list1"/>
    <dgm:cxn modelId="{1A11A063-F07A-463D-979D-5F6FCBD574D8}" type="presParOf" srcId="{2C47B136-ED9A-413A-B076-C72451C2EA4F}" destId="{141A9230-222A-4EC8-A875-07CAC470646A}" srcOrd="16" destOrd="0" presId="urn:microsoft.com/office/officeart/2005/8/layout/list1"/>
    <dgm:cxn modelId="{E738EF23-6273-4A08-BE51-5B672BB0A9BB}" type="presParOf" srcId="{141A9230-222A-4EC8-A875-07CAC470646A}" destId="{A0576742-7DEB-413D-A1CD-65103A87A173}" srcOrd="0" destOrd="0" presId="urn:microsoft.com/office/officeart/2005/8/layout/list1"/>
    <dgm:cxn modelId="{79990733-235C-47DD-BF09-BDA42D4ABCC3}" type="presParOf" srcId="{141A9230-222A-4EC8-A875-07CAC470646A}" destId="{47DB497B-6B52-462C-AD85-51A190C7165C}" srcOrd="1" destOrd="0" presId="urn:microsoft.com/office/officeart/2005/8/layout/list1"/>
    <dgm:cxn modelId="{E31CBC91-EE97-4191-8A40-479638F9F258}" type="presParOf" srcId="{2C47B136-ED9A-413A-B076-C72451C2EA4F}" destId="{9B884CB7-88F3-4F1B-BE8C-DE75B3F6D63B}" srcOrd="17" destOrd="0" presId="urn:microsoft.com/office/officeart/2005/8/layout/list1"/>
    <dgm:cxn modelId="{0A74709D-123D-46B1-A4F6-0CE39F95ABC8}" type="presParOf" srcId="{2C47B136-ED9A-413A-B076-C72451C2EA4F}" destId="{BA644EB8-C86D-45B5-8BF4-AE1A63EE795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364FAB-A75B-4733-B97A-4B3DE0821A8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DC4A3A-4691-4B0D-8CEF-DDE2E2D4A91C}">
      <dgm:prSet/>
      <dgm:spPr/>
      <dgm:t>
        <a:bodyPr/>
        <a:lstStyle/>
        <a:p>
          <a:r>
            <a:rPr lang="en-US" b="1"/>
            <a:t>CUDOS (The Sociology of Science, Merton, 1942)</a:t>
          </a:r>
        </a:p>
      </dgm:t>
    </dgm:pt>
    <dgm:pt modelId="{8CD39228-9EA3-42A2-A903-64803730748B}" type="parTrans" cxnId="{719375A5-AE1A-4EC3-A03F-4707946362D6}">
      <dgm:prSet/>
      <dgm:spPr/>
      <dgm:t>
        <a:bodyPr/>
        <a:lstStyle/>
        <a:p>
          <a:endParaRPr lang="en-US"/>
        </a:p>
      </dgm:t>
    </dgm:pt>
    <dgm:pt modelId="{8C34DB94-67D6-4A2E-A2BE-8ACF3C829278}" type="sibTrans" cxnId="{719375A5-AE1A-4EC3-A03F-4707946362D6}">
      <dgm:prSet/>
      <dgm:spPr/>
      <dgm:t>
        <a:bodyPr/>
        <a:lstStyle/>
        <a:p>
          <a:endParaRPr lang="en-US"/>
        </a:p>
      </dgm:t>
    </dgm:pt>
    <dgm:pt modelId="{84BBAC8C-05E3-429A-A35F-ABAA173E00FD}">
      <dgm:prSet/>
      <dgm:spPr/>
      <dgm:t>
        <a:bodyPr/>
        <a:lstStyle/>
        <a:p>
          <a:r>
            <a:rPr lang="en-US"/>
            <a:t>C = Communality:</a:t>
          </a:r>
        </a:p>
        <a:p>
          <a:r>
            <a:rPr lang="en-US"/>
            <a:t>Science is a public good</a:t>
          </a:r>
        </a:p>
      </dgm:t>
    </dgm:pt>
    <dgm:pt modelId="{5B272027-6C6B-4ECC-A12C-484E94199AC5}" type="parTrans" cxnId="{0F997A3F-D65F-430C-91FC-8AC0C29F5B9C}">
      <dgm:prSet/>
      <dgm:spPr/>
      <dgm:t>
        <a:bodyPr/>
        <a:lstStyle/>
        <a:p>
          <a:endParaRPr lang="en-US"/>
        </a:p>
      </dgm:t>
    </dgm:pt>
    <dgm:pt modelId="{6283E607-B2D6-446F-8B15-6294BF8DA6A2}" type="sibTrans" cxnId="{0F997A3F-D65F-430C-91FC-8AC0C29F5B9C}">
      <dgm:prSet/>
      <dgm:spPr/>
      <dgm:t>
        <a:bodyPr/>
        <a:lstStyle/>
        <a:p>
          <a:endParaRPr lang="en-US"/>
        </a:p>
      </dgm:t>
    </dgm:pt>
    <dgm:pt modelId="{9EAD99FC-2962-4E94-867C-B95A0BC0C4FB}">
      <dgm:prSet/>
      <dgm:spPr/>
      <dgm:t>
        <a:bodyPr/>
        <a:lstStyle/>
        <a:p>
          <a:r>
            <a:rPr lang="en-US"/>
            <a:t>U = Universalism:</a:t>
          </a:r>
        </a:p>
        <a:p>
          <a:r>
            <a:rPr lang="en-US"/>
            <a:t>Validity of claims independent of claimant’s status</a:t>
          </a:r>
        </a:p>
      </dgm:t>
    </dgm:pt>
    <dgm:pt modelId="{6552B4DD-8D28-4B27-BFE9-047D5D8EDA99}" type="parTrans" cxnId="{F7076868-101F-4012-8065-8BB0C04D74D4}">
      <dgm:prSet/>
      <dgm:spPr/>
      <dgm:t>
        <a:bodyPr/>
        <a:lstStyle/>
        <a:p>
          <a:endParaRPr lang="en-US"/>
        </a:p>
      </dgm:t>
    </dgm:pt>
    <dgm:pt modelId="{A7B765D5-D231-4102-B36B-BE82643C3BE8}" type="sibTrans" cxnId="{F7076868-101F-4012-8065-8BB0C04D74D4}">
      <dgm:prSet/>
      <dgm:spPr/>
      <dgm:t>
        <a:bodyPr/>
        <a:lstStyle/>
        <a:p>
          <a:endParaRPr lang="en-US"/>
        </a:p>
      </dgm:t>
    </dgm:pt>
    <dgm:pt modelId="{340E2577-4628-4BE3-85D7-B26FBE1C620E}">
      <dgm:prSet/>
      <dgm:spPr/>
      <dgm:t>
        <a:bodyPr/>
        <a:lstStyle/>
        <a:p>
          <a:r>
            <a:rPr lang="en-US"/>
            <a:t>D = Disinterestedness:</a:t>
          </a:r>
        </a:p>
        <a:p>
          <a:r>
            <a:rPr lang="en-US"/>
            <a:t>Do it for benefit of mankind</a:t>
          </a:r>
        </a:p>
      </dgm:t>
    </dgm:pt>
    <dgm:pt modelId="{E66F8CB1-6D1F-4A6A-A1B5-05238783E089}" type="parTrans" cxnId="{62E407E9-0841-407F-91D2-4F382657DFD5}">
      <dgm:prSet/>
      <dgm:spPr/>
      <dgm:t>
        <a:bodyPr/>
        <a:lstStyle/>
        <a:p>
          <a:endParaRPr lang="en-US"/>
        </a:p>
      </dgm:t>
    </dgm:pt>
    <dgm:pt modelId="{EC15DCC5-9852-459F-8B7B-C0BD8230FC44}" type="sibTrans" cxnId="{62E407E9-0841-407F-91D2-4F382657DFD5}">
      <dgm:prSet/>
      <dgm:spPr/>
      <dgm:t>
        <a:bodyPr/>
        <a:lstStyle/>
        <a:p>
          <a:endParaRPr lang="en-US"/>
        </a:p>
      </dgm:t>
    </dgm:pt>
    <dgm:pt modelId="{D586C0FE-F395-4AFB-8640-776AFE07E4E3}">
      <dgm:prSet/>
      <dgm:spPr/>
      <dgm:t>
        <a:bodyPr/>
        <a:lstStyle/>
        <a:p>
          <a:r>
            <a:rPr lang="en-US"/>
            <a:t>OS = Organized skepticism:</a:t>
          </a:r>
        </a:p>
        <a:p>
          <a:r>
            <a:rPr lang="en-US"/>
            <a:t>Assess claims with detached </a:t>
          </a:r>
          <a:r>
            <a:rPr lang="en-US" u="none">
              <a:hlinkClick xmlns:r="http://schemas.openxmlformats.org/officeDocument/2006/relationships" r:id="rId1" tooltip="Critical thinking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critical scrutiny</a:t>
          </a:r>
          <a:endParaRPr lang="en-US" u="none"/>
        </a:p>
      </dgm:t>
    </dgm:pt>
    <dgm:pt modelId="{3D616C64-869E-4AC5-A5D7-1EA0CDEC26E8}" type="sibTrans" cxnId="{39989242-E43A-46B7-9623-DC4539F76743}">
      <dgm:prSet/>
      <dgm:spPr/>
      <dgm:t>
        <a:bodyPr/>
        <a:lstStyle/>
        <a:p>
          <a:endParaRPr lang="en-US"/>
        </a:p>
      </dgm:t>
    </dgm:pt>
    <dgm:pt modelId="{8AD1E1AE-3558-4F86-AECE-94EF6FD0BD78}" type="parTrans" cxnId="{39989242-E43A-46B7-9623-DC4539F76743}">
      <dgm:prSet/>
      <dgm:spPr/>
      <dgm:t>
        <a:bodyPr/>
        <a:lstStyle/>
        <a:p>
          <a:endParaRPr lang="en-US"/>
        </a:p>
      </dgm:t>
    </dgm:pt>
    <dgm:pt modelId="{0386A479-36E7-4437-A8F8-743FD6436982}" type="pres">
      <dgm:prSet presAssocID="{40364FAB-A75B-4733-B97A-4B3DE0821A80}" presName="vert0" presStyleCnt="0">
        <dgm:presLayoutVars>
          <dgm:dir/>
          <dgm:animOne val="branch"/>
          <dgm:animLvl val="lvl"/>
        </dgm:presLayoutVars>
      </dgm:prSet>
      <dgm:spPr/>
    </dgm:pt>
    <dgm:pt modelId="{1DF47A3D-0777-424E-9692-A415AD89FD5E}" type="pres">
      <dgm:prSet presAssocID="{9EDC4A3A-4691-4B0D-8CEF-DDE2E2D4A91C}" presName="thickLine" presStyleLbl="alignNode1" presStyleIdx="0" presStyleCnt="5"/>
      <dgm:spPr/>
    </dgm:pt>
    <dgm:pt modelId="{9776D9C6-C3FA-49F5-883A-9F3ED7C0620C}" type="pres">
      <dgm:prSet presAssocID="{9EDC4A3A-4691-4B0D-8CEF-DDE2E2D4A91C}" presName="horz1" presStyleCnt="0"/>
      <dgm:spPr/>
    </dgm:pt>
    <dgm:pt modelId="{99465AD3-48C1-4C40-A7C7-B3A1436BC9D1}" type="pres">
      <dgm:prSet presAssocID="{9EDC4A3A-4691-4B0D-8CEF-DDE2E2D4A91C}" presName="tx1" presStyleLbl="revTx" presStyleIdx="0" presStyleCnt="5"/>
      <dgm:spPr/>
    </dgm:pt>
    <dgm:pt modelId="{E89B7BE6-DD99-4720-8A82-D770CF3500A8}" type="pres">
      <dgm:prSet presAssocID="{9EDC4A3A-4691-4B0D-8CEF-DDE2E2D4A91C}" presName="vert1" presStyleCnt="0"/>
      <dgm:spPr/>
    </dgm:pt>
    <dgm:pt modelId="{752661BD-BABE-4BC5-A695-B9766924E7B4}" type="pres">
      <dgm:prSet presAssocID="{84BBAC8C-05E3-429A-A35F-ABAA173E00FD}" presName="thickLine" presStyleLbl="alignNode1" presStyleIdx="1" presStyleCnt="5"/>
      <dgm:spPr/>
    </dgm:pt>
    <dgm:pt modelId="{CE4E4C6F-B87C-4CA8-BA63-FB312E5B435E}" type="pres">
      <dgm:prSet presAssocID="{84BBAC8C-05E3-429A-A35F-ABAA173E00FD}" presName="horz1" presStyleCnt="0"/>
      <dgm:spPr/>
    </dgm:pt>
    <dgm:pt modelId="{2F897A00-DBD7-4B6F-AA35-20427A61EADC}" type="pres">
      <dgm:prSet presAssocID="{84BBAC8C-05E3-429A-A35F-ABAA173E00FD}" presName="tx1" presStyleLbl="revTx" presStyleIdx="1" presStyleCnt="5"/>
      <dgm:spPr/>
    </dgm:pt>
    <dgm:pt modelId="{C0C542B4-7199-43B1-8E15-1056487B4313}" type="pres">
      <dgm:prSet presAssocID="{84BBAC8C-05E3-429A-A35F-ABAA173E00FD}" presName="vert1" presStyleCnt="0"/>
      <dgm:spPr/>
    </dgm:pt>
    <dgm:pt modelId="{3E289517-A509-496B-9FB0-DF80AE17C3D4}" type="pres">
      <dgm:prSet presAssocID="{9EAD99FC-2962-4E94-867C-B95A0BC0C4FB}" presName="thickLine" presStyleLbl="alignNode1" presStyleIdx="2" presStyleCnt="5"/>
      <dgm:spPr/>
    </dgm:pt>
    <dgm:pt modelId="{2CA0EC69-1148-4A19-93A3-2A50AB59C59F}" type="pres">
      <dgm:prSet presAssocID="{9EAD99FC-2962-4E94-867C-B95A0BC0C4FB}" presName="horz1" presStyleCnt="0"/>
      <dgm:spPr/>
    </dgm:pt>
    <dgm:pt modelId="{3777171D-18F2-42D2-A84E-714290F80E2F}" type="pres">
      <dgm:prSet presAssocID="{9EAD99FC-2962-4E94-867C-B95A0BC0C4FB}" presName="tx1" presStyleLbl="revTx" presStyleIdx="2" presStyleCnt="5"/>
      <dgm:spPr/>
    </dgm:pt>
    <dgm:pt modelId="{E2914D09-A641-46D3-A353-0E88F6869350}" type="pres">
      <dgm:prSet presAssocID="{9EAD99FC-2962-4E94-867C-B95A0BC0C4FB}" presName="vert1" presStyleCnt="0"/>
      <dgm:spPr/>
    </dgm:pt>
    <dgm:pt modelId="{3F423760-0F4A-4833-B002-4821D481CFC5}" type="pres">
      <dgm:prSet presAssocID="{340E2577-4628-4BE3-85D7-B26FBE1C620E}" presName="thickLine" presStyleLbl="alignNode1" presStyleIdx="3" presStyleCnt="5"/>
      <dgm:spPr/>
    </dgm:pt>
    <dgm:pt modelId="{67AE8FDC-34D0-478D-AD2A-0B4809234C82}" type="pres">
      <dgm:prSet presAssocID="{340E2577-4628-4BE3-85D7-B26FBE1C620E}" presName="horz1" presStyleCnt="0"/>
      <dgm:spPr/>
    </dgm:pt>
    <dgm:pt modelId="{38E09CCB-05E0-4749-9FD5-14AEFD6457CB}" type="pres">
      <dgm:prSet presAssocID="{340E2577-4628-4BE3-85D7-B26FBE1C620E}" presName="tx1" presStyleLbl="revTx" presStyleIdx="3" presStyleCnt="5"/>
      <dgm:spPr/>
    </dgm:pt>
    <dgm:pt modelId="{CDB99B41-A7B6-42DE-944E-65AD0A540177}" type="pres">
      <dgm:prSet presAssocID="{340E2577-4628-4BE3-85D7-B26FBE1C620E}" presName="vert1" presStyleCnt="0"/>
      <dgm:spPr/>
    </dgm:pt>
    <dgm:pt modelId="{CD77A97A-4D42-42CE-9A96-FF19E65C9151}" type="pres">
      <dgm:prSet presAssocID="{D586C0FE-F395-4AFB-8640-776AFE07E4E3}" presName="thickLine" presStyleLbl="alignNode1" presStyleIdx="4" presStyleCnt="5"/>
      <dgm:spPr/>
    </dgm:pt>
    <dgm:pt modelId="{9D0E0D95-3CBA-49AA-BF6A-4B38EBDB4C0B}" type="pres">
      <dgm:prSet presAssocID="{D586C0FE-F395-4AFB-8640-776AFE07E4E3}" presName="horz1" presStyleCnt="0"/>
      <dgm:spPr/>
    </dgm:pt>
    <dgm:pt modelId="{2F597D48-DAFF-4F09-861D-E0B74753EA10}" type="pres">
      <dgm:prSet presAssocID="{D586C0FE-F395-4AFB-8640-776AFE07E4E3}" presName="tx1" presStyleLbl="revTx" presStyleIdx="4" presStyleCnt="5"/>
      <dgm:spPr/>
    </dgm:pt>
    <dgm:pt modelId="{3B3F4E2F-5353-4320-B507-942B97D423E3}" type="pres">
      <dgm:prSet presAssocID="{D586C0FE-F395-4AFB-8640-776AFE07E4E3}" presName="vert1" presStyleCnt="0"/>
      <dgm:spPr/>
    </dgm:pt>
  </dgm:ptLst>
  <dgm:cxnLst>
    <dgm:cxn modelId="{A5BAB313-3774-4737-A6AB-B6C3E1834279}" type="presOf" srcId="{D586C0FE-F395-4AFB-8640-776AFE07E4E3}" destId="{2F597D48-DAFF-4F09-861D-E0B74753EA10}" srcOrd="0" destOrd="0" presId="urn:microsoft.com/office/officeart/2008/layout/LinedList"/>
    <dgm:cxn modelId="{72249B22-9304-49E0-AA88-68129324B6F7}" type="presOf" srcId="{84BBAC8C-05E3-429A-A35F-ABAA173E00FD}" destId="{2F897A00-DBD7-4B6F-AA35-20427A61EADC}" srcOrd="0" destOrd="0" presId="urn:microsoft.com/office/officeart/2008/layout/LinedList"/>
    <dgm:cxn modelId="{0F997A3F-D65F-430C-91FC-8AC0C29F5B9C}" srcId="{40364FAB-A75B-4733-B97A-4B3DE0821A80}" destId="{84BBAC8C-05E3-429A-A35F-ABAA173E00FD}" srcOrd="1" destOrd="0" parTransId="{5B272027-6C6B-4ECC-A12C-484E94199AC5}" sibTransId="{6283E607-B2D6-446F-8B15-6294BF8DA6A2}"/>
    <dgm:cxn modelId="{39989242-E43A-46B7-9623-DC4539F76743}" srcId="{40364FAB-A75B-4733-B97A-4B3DE0821A80}" destId="{D586C0FE-F395-4AFB-8640-776AFE07E4E3}" srcOrd="4" destOrd="0" parTransId="{8AD1E1AE-3558-4F86-AECE-94EF6FD0BD78}" sibTransId="{3D616C64-869E-4AC5-A5D7-1EA0CDEC26E8}"/>
    <dgm:cxn modelId="{F7076868-101F-4012-8065-8BB0C04D74D4}" srcId="{40364FAB-A75B-4733-B97A-4B3DE0821A80}" destId="{9EAD99FC-2962-4E94-867C-B95A0BC0C4FB}" srcOrd="2" destOrd="0" parTransId="{6552B4DD-8D28-4B27-BFE9-047D5D8EDA99}" sibTransId="{A7B765D5-D231-4102-B36B-BE82643C3BE8}"/>
    <dgm:cxn modelId="{05D40083-755F-440F-B0CD-614387736A75}" type="presOf" srcId="{340E2577-4628-4BE3-85D7-B26FBE1C620E}" destId="{38E09CCB-05E0-4749-9FD5-14AEFD6457CB}" srcOrd="0" destOrd="0" presId="urn:microsoft.com/office/officeart/2008/layout/LinedList"/>
    <dgm:cxn modelId="{0FAAD192-4229-46E7-B2CF-19644E90A7A9}" type="presOf" srcId="{40364FAB-A75B-4733-B97A-4B3DE0821A80}" destId="{0386A479-36E7-4437-A8F8-743FD6436982}" srcOrd="0" destOrd="0" presId="urn:microsoft.com/office/officeart/2008/layout/LinedList"/>
    <dgm:cxn modelId="{719375A5-AE1A-4EC3-A03F-4707946362D6}" srcId="{40364FAB-A75B-4733-B97A-4B3DE0821A80}" destId="{9EDC4A3A-4691-4B0D-8CEF-DDE2E2D4A91C}" srcOrd="0" destOrd="0" parTransId="{8CD39228-9EA3-42A2-A903-64803730748B}" sibTransId="{8C34DB94-67D6-4A2E-A2BE-8ACF3C829278}"/>
    <dgm:cxn modelId="{C77E1DD3-225B-4736-9923-F2AD7F2D74A1}" type="presOf" srcId="{9EDC4A3A-4691-4B0D-8CEF-DDE2E2D4A91C}" destId="{99465AD3-48C1-4C40-A7C7-B3A1436BC9D1}" srcOrd="0" destOrd="0" presId="urn:microsoft.com/office/officeart/2008/layout/LinedList"/>
    <dgm:cxn modelId="{0DAC37D7-F864-46D6-A157-72FEDDD77613}" type="presOf" srcId="{9EAD99FC-2962-4E94-867C-B95A0BC0C4FB}" destId="{3777171D-18F2-42D2-A84E-714290F80E2F}" srcOrd="0" destOrd="0" presId="urn:microsoft.com/office/officeart/2008/layout/LinedList"/>
    <dgm:cxn modelId="{62E407E9-0841-407F-91D2-4F382657DFD5}" srcId="{40364FAB-A75B-4733-B97A-4B3DE0821A80}" destId="{340E2577-4628-4BE3-85D7-B26FBE1C620E}" srcOrd="3" destOrd="0" parTransId="{E66F8CB1-6D1F-4A6A-A1B5-05238783E089}" sibTransId="{EC15DCC5-9852-459F-8B7B-C0BD8230FC44}"/>
    <dgm:cxn modelId="{E2ED08CB-45CA-442A-A7E2-FBFB2DE5B65F}" type="presParOf" srcId="{0386A479-36E7-4437-A8F8-743FD6436982}" destId="{1DF47A3D-0777-424E-9692-A415AD89FD5E}" srcOrd="0" destOrd="0" presId="urn:microsoft.com/office/officeart/2008/layout/LinedList"/>
    <dgm:cxn modelId="{1CCD42B1-BE54-4654-9402-F9B590B9F2AB}" type="presParOf" srcId="{0386A479-36E7-4437-A8F8-743FD6436982}" destId="{9776D9C6-C3FA-49F5-883A-9F3ED7C0620C}" srcOrd="1" destOrd="0" presId="urn:microsoft.com/office/officeart/2008/layout/LinedList"/>
    <dgm:cxn modelId="{B57830B9-AC8C-4E29-8098-CF38A70170A1}" type="presParOf" srcId="{9776D9C6-C3FA-49F5-883A-9F3ED7C0620C}" destId="{99465AD3-48C1-4C40-A7C7-B3A1436BC9D1}" srcOrd="0" destOrd="0" presId="urn:microsoft.com/office/officeart/2008/layout/LinedList"/>
    <dgm:cxn modelId="{01B378AD-4C7D-462F-8AB8-A74CDAEF6E03}" type="presParOf" srcId="{9776D9C6-C3FA-49F5-883A-9F3ED7C0620C}" destId="{E89B7BE6-DD99-4720-8A82-D770CF3500A8}" srcOrd="1" destOrd="0" presId="urn:microsoft.com/office/officeart/2008/layout/LinedList"/>
    <dgm:cxn modelId="{C210A137-A32F-4150-9A52-0F2D50FA1DAE}" type="presParOf" srcId="{0386A479-36E7-4437-A8F8-743FD6436982}" destId="{752661BD-BABE-4BC5-A695-B9766924E7B4}" srcOrd="2" destOrd="0" presId="urn:microsoft.com/office/officeart/2008/layout/LinedList"/>
    <dgm:cxn modelId="{E50ED459-92B3-4E7F-9CC8-31DD07268EFB}" type="presParOf" srcId="{0386A479-36E7-4437-A8F8-743FD6436982}" destId="{CE4E4C6F-B87C-4CA8-BA63-FB312E5B435E}" srcOrd="3" destOrd="0" presId="urn:microsoft.com/office/officeart/2008/layout/LinedList"/>
    <dgm:cxn modelId="{A5335AA0-25EC-4F2D-9C74-274718CE8E79}" type="presParOf" srcId="{CE4E4C6F-B87C-4CA8-BA63-FB312E5B435E}" destId="{2F897A00-DBD7-4B6F-AA35-20427A61EADC}" srcOrd="0" destOrd="0" presId="urn:microsoft.com/office/officeart/2008/layout/LinedList"/>
    <dgm:cxn modelId="{C1EDA26C-38D8-45F9-B0C0-7EDA889EA47D}" type="presParOf" srcId="{CE4E4C6F-B87C-4CA8-BA63-FB312E5B435E}" destId="{C0C542B4-7199-43B1-8E15-1056487B4313}" srcOrd="1" destOrd="0" presId="urn:microsoft.com/office/officeart/2008/layout/LinedList"/>
    <dgm:cxn modelId="{EAC4F038-E276-4DC5-803E-7EC61B2DEFE1}" type="presParOf" srcId="{0386A479-36E7-4437-A8F8-743FD6436982}" destId="{3E289517-A509-496B-9FB0-DF80AE17C3D4}" srcOrd="4" destOrd="0" presId="urn:microsoft.com/office/officeart/2008/layout/LinedList"/>
    <dgm:cxn modelId="{0B96A32C-21E3-42DC-8AB6-5E0B37EC9881}" type="presParOf" srcId="{0386A479-36E7-4437-A8F8-743FD6436982}" destId="{2CA0EC69-1148-4A19-93A3-2A50AB59C59F}" srcOrd="5" destOrd="0" presId="urn:microsoft.com/office/officeart/2008/layout/LinedList"/>
    <dgm:cxn modelId="{85B50327-2D0D-4E26-8710-87DA62BAE4B6}" type="presParOf" srcId="{2CA0EC69-1148-4A19-93A3-2A50AB59C59F}" destId="{3777171D-18F2-42D2-A84E-714290F80E2F}" srcOrd="0" destOrd="0" presId="urn:microsoft.com/office/officeart/2008/layout/LinedList"/>
    <dgm:cxn modelId="{E902488F-0AA7-4225-87B8-094497BA1972}" type="presParOf" srcId="{2CA0EC69-1148-4A19-93A3-2A50AB59C59F}" destId="{E2914D09-A641-46D3-A353-0E88F6869350}" srcOrd="1" destOrd="0" presId="urn:microsoft.com/office/officeart/2008/layout/LinedList"/>
    <dgm:cxn modelId="{E1D27347-F437-4092-9789-EAE2BB4758D8}" type="presParOf" srcId="{0386A479-36E7-4437-A8F8-743FD6436982}" destId="{3F423760-0F4A-4833-B002-4821D481CFC5}" srcOrd="6" destOrd="0" presId="urn:microsoft.com/office/officeart/2008/layout/LinedList"/>
    <dgm:cxn modelId="{3D931D63-F280-4085-9BD5-EAB25632BD2D}" type="presParOf" srcId="{0386A479-36E7-4437-A8F8-743FD6436982}" destId="{67AE8FDC-34D0-478D-AD2A-0B4809234C82}" srcOrd="7" destOrd="0" presId="urn:microsoft.com/office/officeart/2008/layout/LinedList"/>
    <dgm:cxn modelId="{D7A92BE8-396F-4195-95DA-6ABB07767980}" type="presParOf" srcId="{67AE8FDC-34D0-478D-AD2A-0B4809234C82}" destId="{38E09CCB-05E0-4749-9FD5-14AEFD6457CB}" srcOrd="0" destOrd="0" presId="urn:microsoft.com/office/officeart/2008/layout/LinedList"/>
    <dgm:cxn modelId="{EBE6888A-F618-43EA-9504-D5F5B9082777}" type="presParOf" srcId="{67AE8FDC-34D0-478D-AD2A-0B4809234C82}" destId="{CDB99B41-A7B6-42DE-944E-65AD0A540177}" srcOrd="1" destOrd="0" presId="urn:microsoft.com/office/officeart/2008/layout/LinedList"/>
    <dgm:cxn modelId="{6C84C8B3-1F7F-47C1-B24F-05D7BD247913}" type="presParOf" srcId="{0386A479-36E7-4437-A8F8-743FD6436982}" destId="{CD77A97A-4D42-42CE-9A96-FF19E65C9151}" srcOrd="8" destOrd="0" presId="urn:microsoft.com/office/officeart/2008/layout/LinedList"/>
    <dgm:cxn modelId="{06E364CC-F984-47AB-AC37-EA2E7C61034E}" type="presParOf" srcId="{0386A479-36E7-4437-A8F8-743FD6436982}" destId="{9D0E0D95-3CBA-49AA-BF6A-4B38EBDB4C0B}" srcOrd="9" destOrd="0" presId="urn:microsoft.com/office/officeart/2008/layout/LinedList"/>
    <dgm:cxn modelId="{A53CFD2A-F35F-47E5-AF92-CC90877C97FA}" type="presParOf" srcId="{9D0E0D95-3CBA-49AA-BF6A-4B38EBDB4C0B}" destId="{2F597D48-DAFF-4F09-861D-E0B74753EA10}" srcOrd="0" destOrd="0" presId="urn:microsoft.com/office/officeart/2008/layout/LinedList"/>
    <dgm:cxn modelId="{886F0EAF-6F2B-4DE8-8F19-E163A1DF4CFE}" type="presParOf" srcId="{9D0E0D95-3CBA-49AA-BF6A-4B38EBDB4C0B}" destId="{3B3F4E2F-5353-4320-B507-942B97D423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B87C6-69AA-43CD-957E-05C95AF9A465}">
      <dsp:nvSpPr>
        <dsp:cNvPr id="0" name=""/>
        <dsp:cNvSpPr/>
      </dsp:nvSpPr>
      <dsp:spPr>
        <a:xfrm>
          <a:off x="0" y="878"/>
          <a:ext cx="5291663" cy="6143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Wetenschappelijke</a:t>
          </a:r>
          <a:r>
            <a:rPr lang="en-US" sz="2800" kern="1200" dirty="0"/>
            <a:t> </a:t>
          </a:r>
          <a:r>
            <a:rPr lang="en-US" sz="2800" kern="1200" dirty="0" err="1"/>
            <a:t>Integriteit</a:t>
          </a:r>
          <a:r>
            <a:rPr lang="en-US" sz="2800" kern="1200" dirty="0"/>
            <a:t> =</a:t>
          </a:r>
        </a:p>
      </dsp:txBody>
      <dsp:txXfrm>
        <a:off x="29989" y="30867"/>
        <a:ext cx="5231685" cy="554340"/>
      </dsp:txXfrm>
    </dsp:sp>
    <dsp:sp modelId="{BDB5FBEE-9244-4B35-9C0D-5C338B0D6BF0}">
      <dsp:nvSpPr>
        <dsp:cNvPr id="0" name=""/>
        <dsp:cNvSpPr/>
      </dsp:nvSpPr>
      <dsp:spPr>
        <a:xfrm>
          <a:off x="0" y="628233"/>
          <a:ext cx="5291663" cy="614318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Z</a:t>
          </a:r>
          <a:r>
            <a:rPr lang="en-US" sz="2300" kern="1200" dirty="0" err="1"/>
            <a:t>orgvuldig</a:t>
          </a:r>
          <a:r>
            <a:rPr lang="en-US" sz="2300" kern="1200" dirty="0"/>
            <a:t>: </a:t>
          </a:r>
          <a:r>
            <a:rPr lang="en-US" sz="2000" kern="1200" dirty="0" err="1"/>
            <a:t>vierogen-principe</a:t>
          </a:r>
          <a:endParaRPr lang="en-US" sz="2300" kern="1200" dirty="0"/>
        </a:p>
      </dsp:txBody>
      <dsp:txXfrm>
        <a:off x="29989" y="658222"/>
        <a:ext cx="5231685" cy="554340"/>
      </dsp:txXfrm>
    </dsp:sp>
    <dsp:sp modelId="{51017FE9-AA0A-4A62-A110-1F41DE18374D}">
      <dsp:nvSpPr>
        <dsp:cNvPr id="0" name=""/>
        <dsp:cNvSpPr/>
      </dsp:nvSpPr>
      <dsp:spPr>
        <a:xfrm>
          <a:off x="0" y="1255587"/>
          <a:ext cx="5291663" cy="614318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O</a:t>
          </a:r>
          <a:r>
            <a:rPr lang="en-US" sz="2300" kern="1200" dirty="0" err="1"/>
            <a:t>nafhankelijk</a:t>
          </a:r>
          <a:r>
            <a:rPr lang="en-US" sz="2300" kern="1200" dirty="0"/>
            <a:t>: </a:t>
          </a:r>
          <a:r>
            <a:rPr lang="en-US" sz="2000" kern="1200" dirty="0" err="1">
              <a:solidFill>
                <a:schemeClr val="bg1"/>
              </a:solidFill>
            </a:rPr>
            <a:t>verstrengeling</a:t>
          </a:r>
          <a:r>
            <a:rPr lang="en-US" sz="2000" kern="1200" dirty="0">
              <a:solidFill>
                <a:schemeClr val="bg1"/>
              </a:solidFill>
            </a:rPr>
            <a:t>/</a:t>
          </a:r>
          <a:r>
            <a:rPr lang="en-US" sz="2000" kern="1200" dirty="0" err="1">
              <a:solidFill>
                <a:schemeClr val="bg1"/>
              </a:solidFill>
            </a:rPr>
            <a:t>inmenging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29989" y="1285576"/>
        <a:ext cx="5231685" cy="554340"/>
      </dsp:txXfrm>
    </dsp:sp>
    <dsp:sp modelId="{2016542D-319B-477C-B6E8-0C2A28D06BE4}">
      <dsp:nvSpPr>
        <dsp:cNvPr id="0" name=""/>
        <dsp:cNvSpPr/>
      </dsp:nvSpPr>
      <dsp:spPr>
        <a:xfrm>
          <a:off x="0" y="1882942"/>
          <a:ext cx="5291663" cy="614318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V</a:t>
          </a:r>
          <a:r>
            <a:rPr lang="en-US" sz="2300" kern="1200" dirty="0" err="1"/>
            <a:t>erantwoordelijk</a:t>
          </a:r>
          <a:r>
            <a:rPr lang="en-US" sz="2300" kern="1200" dirty="0"/>
            <a:t>: </a:t>
          </a:r>
          <a:r>
            <a:rPr lang="en-US" sz="2000" kern="1200" dirty="0" err="1"/>
            <a:t>mens</a:t>
          </a:r>
          <a:r>
            <a:rPr lang="en-US" sz="2000" kern="1200" dirty="0"/>
            <a:t> en milieu (RRI)</a:t>
          </a:r>
          <a:endParaRPr lang="en-US" sz="2300" kern="1200" dirty="0"/>
        </a:p>
      </dsp:txBody>
      <dsp:txXfrm>
        <a:off x="29989" y="1912931"/>
        <a:ext cx="5231685" cy="554340"/>
      </dsp:txXfrm>
    </dsp:sp>
    <dsp:sp modelId="{AB259190-7238-4A12-8356-FE42B5ABAD92}">
      <dsp:nvSpPr>
        <dsp:cNvPr id="0" name=""/>
        <dsp:cNvSpPr/>
      </dsp:nvSpPr>
      <dsp:spPr>
        <a:xfrm>
          <a:off x="0" y="2510296"/>
          <a:ext cx="5291663" cy="614318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E</a:t>
          </a:r>
          <a:r>
            <a:rPr lang="en-US" sz="2300" kern="1200" dirty="0" err="1"/>
            <a:t>erlijk</a:t>
          </a:r>
          <a:r>
            <a:rPr lang="en-US" sz="2300" kern="1200" dirty="0"/>
            <a:t>: </a:t>
          </a:r>
          <a:r>
            <a:rPr lang="en-US" sz="2000" kern="1200" dirty="0" err="1"/>
            <a:t>geen</a:t>
          </a:r>
          <a:r>
            <a:rPr lang="en-US" sz="2000" kern="1200" dirty="0"/>
            <a:t> impact </a:t>
          </a:r>
          <a:r>
            <a:rPr lang="en-US" sz="2000" kern="1200" dirty="0" err="1"/>
            <a:t>belóven</a:t>
          </a:r>
          <a:endParaRPr lang="en-US" sz="2300" kern="1200" dirty="0"/>
        </a:p>
      </dsp:txBody>
      <dsp:txXfrm>
        <a:off x="29989" y="2540285"/>
        <a:ext cx="5231685" cy="554340"/>
      </dsp:txXfrm>
    </dsp:sp>
    <dsp:sp modelId="{2CBB32F0-FB36-40F4-9909-8AF6A2E5C369}">
      <dsp:nvSpPr>
        <dsp:cNvPr id="0" name=""/>
        <dsp:cNvSpPr/>
      </dsp:nvSpPr>
      <dsp:spPr>
        <a:xfrm>
          <a:off x="0" y="3137651"/>
          <a:ext cx="5291663" cy="61431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chemeClr val="tx1"/>
              </a:solidFill>
            </a:rPr>
            <a:t>T</a:t>
          </a:r>
          <a:r>
            <a:rPr lang="en-US" sz="2300" kern="1200" dirty="0" err="1"/>
            <a:t>ransparant</a:t>
          </a:r>
          <a:r>
            <a:rPr lang="en-US" sz="2300" kern="1200" dirty="0"/>
            <a:t>: </a:t>
          </a:r>
          <a:r>
            <a:rPr lang="en-US" sz="2000" kern="1200" dirty="0" err="1"/>
            <a:t>materialen</a:t>
          </a:r>
          <a:r>
            <a:rPr lang="en-US" sz="2000" kern="1200" dirty="0"/>
            <a:t> </a:t>
          </a:r>
          <a:r>
            <a:rPr lang="en-US" sz="2000" kern="1200" dirty="0" err="1"/>
            <a:t>delen</a:t>
          </a:r>
          <a:endParaRPr lang="en-US" sz="2300" kern="1200" dirty="0"/>
        </a:p>
      </dsp:txBody>
      <dsp:txXfrm>
        <a:off x="29989" y="3167640"/>
        <a:ext cx="5231685" cy="55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BEDE4-DABA-4071-821E-FB0DA57FB581}">
      <dsp:nvSpPr>
        <dsp:cNvPr id="0" name=""/>
        <dsp:cNvSpPr/>
      </dsp:nvSpPr>
      <dsp:spPr>
        <a:xfrm>
          <a:off x="0" y="357799"/>
          <a:ext cx="6666833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Train </a:t>
          </a:r>
          <a:r>
            <a:rPr lang="en-US" sz="1600" kern="1200" dirty="0" err="1"/>
            <a:t>onderzoeksleiders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Bescherm</a:t>
          </a:r>
          <a:r>
            <a:rPr lang="en-US" sz="1600" kern="1200" dirty="0"/>
            <a:t> (</a:t>
          </a:r>
          <a:r>
            <a:rPr lang="en-US" sz="1600" kern="1200" dirty="0" err="1"/>
            <a:t>onderzoekers</a:t>
          </a:r>
          <a:r>
            <a:rPr lang="en-US" sz="1600" kern="1200" dirty="0"/>
            <a:t> </a:t>
          </a:r>
          <a:r>
            <a:rPr lang="en-US" sz="1600" kern="1200" dirty="0" err="1"/>
            <a:t>tegen</a:t>
          </a:r>
          <a:r>
            <a:rPr lang="en-US" sz="1600" kern="1200" dirty="0"/>
            <a:t> </a:t>
          </a:r>
          <a:r>
            <a:rPr lang="en-US" sz="1600" kern="1200" dirty="0" err="1"/>
            <a:t>inmenging</a:t>
          </a:r>
          <a:r>
            <a:rPr lang="en-US" sz="1600" kern="1200" dirty="0"/>
            <a:t> + </a:t>
          </a:r>
          <a:r>
            <a:rPr lang="en-US" sz="1600" kern="1200" dirty="0" err="1"/>
            <a:t>ongewenste</a:t>
          </a:r>
          <a:r>
            <a:rPr lang="en-US" sz="1600" kern="1200" dirty="0"/>
            <a:t> </a:t>
          </a:r>
          <a:r>
            <a:rPr lang="en-US" sz="1600" kern="1200" dirty="0" err="1"/>
            <a:t>druk</a:t>
          </a:r>
          <a:r>
            <a:rPr lang="en-US" sz="1600" kern="1200" dirty="0"/>
            <a:t>)</a:t>
          </a:r>
        </a:p>
      </dsp:txBody>
      <dsp:txXfrm>
        <a:off x="0" y="357799"/>
        <a:ext cx="6666833" cy="932400"/>
      </dsp:txXfrm>
    </dsp:sp>
    <dsp:sp modelId="{1E9CBDFF-AF69-4C77-8559-6A0413BCE15B}">
      <dsp:nvSpPr>
        <dsp:cNvPr id="0" name=""/>
        <dsp:cNvSpPr/>
      </dsp:nvSpPr>
      <dsp:spPr>
        <a:xfrm>
          <a:off x="333341" y="12163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Leiderschap</a:t>
          </a:r>
          <a:r>
            <a:rPr lang="en-US" sz="1600" kern="1200" dirty="0">
              <a:solidFill>
                <a:schemeClr val="tx1"/>
              </a:solidFill>
            </a:rPr>
            <a:t> en </a:t>
          </a:r>
          <a:r>
            <a:rPr lang="en-US" sz="1600" kern="1200" dirty="0" err="1">
              <a:solidFill>
                <a:schemeClr val="tx1"/>
              </a:solidFill>
            </a:rPr>
            <a:t>visie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144696"/>
        <a:ext cx="4620669" cy="426206"/>
      </dsp:txXfrm>
    </dsp:sp>
    <dsp:sp modelId="{229E53BE-E15D-4BCA-82DE-9B2FB2247F2C}">
      <dsp:nvSpPr>
        <dsp:cNvPr id="0" name=""/>
        <dsp:cNvSpPr/>
      </dsp:nvSpPr>
      <dsp:spPr>
        <a:xfrm>
          <a:off x="0" y="1569216"/>
          <a:ext cx="6666833" cy="146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Wijs op alle niveau’s expliciet taken t.a.v. WI toe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Alloceer</a:t>
          </a:r>
          <a:r>
            <a:rPr lang="en-US" sz="1600" kern="1200" dirty="0"/>
            <a:t> </a:t>
          </a:r>
          <a:r>
            <a:rPr lang="en-US" sz="1600" kern="1200" dirty="0" err="1"/>
            <a:t>tijd</a:t>
          </a:r>
          <a:r>
            <a:rPr lang="en-US" sz="1600" kern="1200" dirty="0"/>
            <a:t> voor die taken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Analyseer</a:t>
          </a:r>
          <a:r>
            <a:rPr lang="en-US" sz="1600" kern="1200" dirty="0"/>
            <a:t> </a:t>
          </a:r>
          <a:r>
            <a:rPr lang="en-US" sz="1600" kern="1200" dirty="0" err="1"/>
            <a:t>waar</a:t>
          </a:r>
          <a:r>
            <a:rPr lang="en-US" sz="1600" kern="1200" dirty="0"/>
            <a:t> </a:t>
          </a:r>
          <a:r>
            <a:rPr lang="en-US" sz="1600" kern="1200" dirty="0" err="1"/>
            <a:t>kwetsbaarheden</a:t>
          </a:r>
          <a:r>
            <a:rPr lang="en-US" sz="1600" kern="1200" dirty="0"/>
            <a:t> </a:t>
          </a:r>
          <a:r>
            <a:rPr lang="en-US" sz="1600" kern="1200" dirty="0" err="1"/>
            <a:t>zitten</a:t>
          </a:r>
          <a:r>
            <a:rPr lang="en-US" sz="1600" kern="1200" dirty="0"/>
            <a:t> en </a:t>
          </a:r>
          <a:r>
            <a:rPr lang="en-US" sz="1600" kern="1200" dirty="0" err="1"/>
            <a:t>acteer</a:t>
          </a:r>
          <a:r>
            <a:rPr lang="en-US" sz="1600" kern="1200" dirty="0"/>
            <a:t> </a:t>
          </a:r>
          <a:r>
            <a:rPr lang="en-US" sz="1600" kern="1200" dirty="0" err="1"/>
            <a:t>daarop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Geef</a:t>
          </a:r>
          <a:r>
            <a:rPr lang="en-US" sz="1600" kern="1200" dirty="0"/>
            <a:t> </a:t>
          </a:r>
          <a:r>
            <a:rPr lang="en-US" sz="1600" kern="1200" dirty="0" err="1"/>
            <a:t>richtlijnen</a:t>
          </a:r>
          <a:r>
            <a:rPr lang="en-US" sz="1600" kern="1200" dirty="0"/>
            <a:t> voor A.I.-</a:t>
          </a:r>
          <a:r>
            <a:rPr lang="en-US" sz="1600" kern="1200" dirty="0" err="1"/>
            <a:t>gebruik</a:t>
          </a:r>
          <a:endParaRPr lang="en-US" sz="1600" kern="1200" dirty="0"/>
        </a:p>
      </dsp:txBody>
      <dsp:txXfrm>
        <a:off x="0" y="1569216"/>
        <a:ext cx="6666833" cy="1461600"/>
      </dsp:txXfrm>
    </dsp:sp>
    <dsp:sp modelId="{120016CC-B355-459D-99B7-60DC39196F28}">
      <dsp:nvSpPr>
        <dsp:cNvPr id="0" name=""/>
        <dsp:cNvSpPr/>
      </dsp:nvSpPr>
      <dsp:spPr>
        <a:xfrm>
          <a:off x="333341" y="137659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Beleid</a:t>
          </a:r>
          <a:r>
            <a:rPr lang="en-US" sz="1600" kern="1200" dirty="0">
              <a:solidFill>
                <a:schemeClr val="tx1"/>
              </a:solidFill>
            </a:rPr>
            <a:t> en </a:t>
          </a:r>
          <a:r>
            <a:rPr lang="en-US" sz="1600" kern="1200" dirty="0" err="1">
              <a:solidFill>
                <a:schemeClr val="tx1"/>
              </a:solidFill>
            </a:rPr>
            <a:t>organisatorische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inbedding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1399656"/>
        <a:ext cx="4620669" cy="426206"/>
      </dsp:txXfrm>
    </dsp:sp>
    <dsp:sp modelId="{A8B5425D-7E7C-40ED-B11D-36B5A2FBD1FF}">
      <dsp:nvSpPr>
        <dsp:cNvPr id="0" name=""/>
        <dsp:cNvSpPr/>
      </dsp:nvSpPr>
      <dsp:spPr>
        <a:xfrm>
          <a:off x="0" y="3396920"/>
          <a:ext cx="666683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Organiseer</a:t>
          </a:r>
          <a:r>
            <a:rPr lang="en-US" sz="1600" kern="1200" dirty="0"/>
            <a:t> </a:t>
          </a:r>
          <a:r>
            <a:rPr lang="en-US" sz="1600" kern="1200" dirty="0" err="1"/>
            <a:t>gesprekken</a:t>
          </a:r>
          <a:r>
            <a:rPr lang="en-US" sz="1600" kern="1200" dirty="0"/>
            <a:t> over WI in alle </a:t>
          </a:r>
          <a:r>
            <a:rPr lang="en-US" sz="1600" kern="1200" dirty="0" err="1"/>
            <a:t>lagen</a:t>
          </a:r>
          <a:r>
            <a:rPr lang="en-US" sz="1600" kern="1200" dirty="0"/>
            <a:t> van de </a:t>
          </a:r>
          <a:r>
            <a:rPr lang="en-US" sz="1600" kern="1200" dirty="0" err="1"/>
            <a:t>organisatie</a:t>
          </a:r>
          <a:endParaRPr lang="en-US" sz="1600" kern="1200" dirty="0"/>
        </a:p>
      </dsp:txBody>
      <dsp:txXfrm>
        <a:off x="0" y="3396920"/>
        <a:ext cx="6666833" cy="680400"/>
      </dsp:txXfrm>
    </dsp:sp>
    <dsp:sp modelId="{A48C9652-358B-4C43-BA62-E3BFEDD85B96}">
      <dsp:nvSpPr>
        <dsp:cNvPr id="0" name=""/>
        <dsp:cNvSpPr/>
      </dsp:nvSpPr>
      <dsp:spPr>
        <a:xfrm>
          <a:off x="333341" y="316075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Onderwijs</a:t>
          </a:r>
          <a:r>
            <a:rPr lang="en-US" sz="1600" kern="1200" dirty="0">
              <a:solidFill>
                <a:schemeClr val="tx1"/>
              </a:solidFill>
            </a:rPr>
            <a:t>, training en </a:t>
          </a:r>
          <a:r>
            <a:rPr lang="en-US" sz="1600" kern="1200" dirty="0" err="1">
              <a:solidFill>
                <a:schemeClr val="tx1"/>
              </a:solidFill>
            </a:rPr>
            <a:t>gesprek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3183816"/>
        <a:ext cx="4620669" cy="426206"/>
      </dsp:txXfrm>
    </dsp:sp>
    <dsp:sp modelId="{3727E209-CEC2-4739-AA22-1EA1777DFEAD}">
      <dsp:nvSpPr>
        <dsp:cNvPr id="0" name=""/>
        <dsp:cNvSpPr/>
      </dsp:nvSpPr>
      <dsp:spPr>
        <a:xfrm>
          <a:off x="0" y="4399880"/>
          <a:ext cx="6666833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Breng WI-</a:t>
          </a:r>
          <a:r>
            <a:rPr lang="en-US" sz="1600" kern="1200" dirty="0" err="1"/>
            <a:t>functionarissen</a:t>
          </a:r>
          <a:r>
            <a:rPr lang="en-US" sz="1600" kern="1200" dirty="0"/>
            <a:t> in </a:t>
          </a:r>
          <a:r>
            <a:rPr lang="en-US" sz="1600" kern="1200" dirty="0" err="1"/>
            <a:t>gesprek</a:t>
          </a:r>
          <a:r>
            <a:rPr lang="en-US" sz="1600" kern="1200" dirty="0"/>
            <a:t> met </a:t>
          </a:r>
          <a:r>
            <a:rPr lang="en-US" sz="1600" kern="1200" dirty="0" err="1"/>
            <a:t>bestuurders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Evalueer</a:t>
          </a:r>
          <a:r>
            <a:rPr lang="en-US" sz="1600" kern="1200" dirty="0"/>
            <a:t> en </a:t>
          </a:r>
          <a:r>
            <a:rPr lang="en-US" sz="1600" kern="1200" dirty="0" err="1"/>
            <a:t>actualiseer</a:t>
          </a:r>
          <a:r>
            <a:rPr lang="en-US" sz="1600" kern="1200" dirty="0"/>
            <a:t> </a:t>
          </a:r>
          <a:r>
            <a:rPr lang="en-US" sz="1600" kern="1200" dirty="0" err="1"/>
            <a:t>regelmatig</a:t>
          </a:r>
          <a:r>
            <a:rPr lang="en-US" sz="1600" kern="1200" dirty="0"/>
            <a:t> je </a:t>
          </a:r>
          <a:r>
            <a:rPr lang="en-US" sz="1600" kern="1200" dirty="0" err="1"/>
            <a:t>beleid</a:t>
          </a:r>
          <a:r>
            <a:rPr lang="en-US" sz="1600" kern="1200" dirty="0"/>
            <a:t> op alle </a:t>
          </a:r>
          <a:r>
            <a:rPr lang="en-US" sz="1600" kern="1200" dirty="0" err="1"/>
            <a:t>niveaus</a:t>
          </a:r>
          <a:endParaRPr lang="en-US" sz="1600" kern="1200" dirty="0"/>
        </a:p>
      </dsp:txBody>
      <dsp:txXfrm>
        <a:off x="0" y="4399880"/>
        <a:ext cx="6666833" cy="932400"/>
      </dsp:txXfrm>
    </dsp:sp>
    <dsp:sp modelId="{42FE8C2E-2952-458E-8F8F-8C3B0AAD6B3B}">
      <dsp:nvSpPr>
        <dsp:cNvPr id="0" name=""/>
        <dsp:cNvSpPr/>
      </dsp:nvSpPr>
      <dsp:spPr>
        <a:xfrm>
          <a:off x="333341" y="4163720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Verantwoording</a:t>
          </a:r>
          <a:r>
            <a:rPr lang="en-US" sz="1600" kern="1200" dirty="0">
              <a:solidFill>
                <a:schemeClr val="tx1"/>
              </a:solidFill>
            </a:rPr>
            <a:t>, monitoring en </a:t>
          </a:r>
          <a:r>
            <a:rPr lang="en-US" sz="1600" kern="1200" dirty="0" err="1">
              <a:solidFill>
                <a:schemeClr val="tx1"/>
              </a:solidFill>
            </a:rPr>
            <a:t>evaluatie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4186777"/>
        <a:ext cx="4620669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BEDE4-DABA-4071-821E-FB0DA57FB581}">
      <dsp:nvSpPr>
        <dsp:cNvPr id="0" name=""/>
        <dsp:cNvSpPr/>
      </dsp:nvSpPr>
      <dsp:spPr>
        <a:xfrm>
          <a:off x="0" y="357799"/>
          <a:ext cx="6666833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Train </a:t>
          </a:r>
          <a:r>
            <a:rPr lang="en-US" sz="1600" kern="1200" dirty="0" err="1"/>
            <a:t>onderzoeksleiders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Bescherm</a:t>
          </a:r>
          <a:r>
            <a:rPr lang="en-US" sz="1600" kern="1200" dirty="0"/>
            <a:t> (</a:t>
          </a:r>
          <a:r>
            <a:rPr lang="en-US" sz="1600" kern="1200" dirty="0" err="1"/>
            <a:t>onderzoekers</a:t>
          </a:r>
          <a:r>
            <a:rPr lang="en-US" sz="1600" kern="1200" dirty="0"/>
            <a:t> </a:t>
          </a:r>
          <a:r>
            <a:rPr lang="en-US" sz="1600" kern="1200" dirty="0" err="1"/>
            <a:t>tegen</a:t>
          </a:r>
          <a:r>
            <a:rPr lang="en-US" sz="1600" kern="1200" dirty="0"/>
            <a:t> </a:t>
          </a:r>
          <a:r>
            <a:rPr lang="en-US" sz="1600" kern="1200" dirty="0" err="1"/>
            <a:t>inmenging</a:t>
          </a:r>
          <a:r>
            <a:rPr lang="en-US" sz="1600" kern="1200" dirty="0"/>
            <a:t> + </a:t>
          </a:r>
          <a:r>
            <a:rPr lang="en-US" sz="1600" kern="1200" dirty="0" err="1"/>
            <a:t>ongewenste</a:t>
          </a:r>
          <a:r>
            <a:rPr lang="en-US" sz="1600" kern="1200" dirty="0"/>
            <a:t> </a:t>
          </a:r>
          <a:r>
            <a:rPr lang="en-US" sz="1600" kern="1200" dirty="0" err="1"/>
            <a:t>druk</a:t>
          </a:r>
          <a:r>
            <a:rPr lang="en-US" sz="1600" kern="1200" dirty="0"/>
            <a:t>)</a:t>
          </a:r>
        </a:p>
      </dsp:txBody>
      <dsp:txXfrm>
        <a:off x="0" y="357799"/>
        <a:ext cx="6666833" cy="932400"/>
      </dsp:txXfrm>
    </dsp:sp>
    <dsp:sp modelId="{1E9CBDFF-AF69-4C77-8559-6A0413BCE15B}">
      <dsp:nvSpPr>
        <dsp:cNvPr id="0" name=""/>
        <dsp:cNvSpPr/>
      </dsp:nvSpPr>
      <dsp:spPr>
        <a:xfrm>
          <a:off x="333341" y="12163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Leiderschap</a:t>
          </a:r>
          <a:r>
            <a:rPr lang="en-US" sz="1600" kern="1200" dirty="0">
              <a:solidFill>
                <a:schemeClr val="tx1"/>
              </a:solidFill>
            </a:rPr>
            <a:t> en </a:t>
          </a:r>
          <a:r>
            <a:rPr lang="en-US" sz="1600" kern="1200" dirty="0" err="1">
              <a:solidFill>
                <a:schemeClr val="tx1"/>
              </a:solidFill>
            </a:rPr>
            <a:t>visie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144696"/>
        <a:ext cx="4620669" cy="426206"/>
      </dsp:txXfrm>
    </dsp:sp>
    <dsp:sp modelId="{229E53BE-E15D-4BCA-82DE-9B2FB2247F2C}">
      <dsp:nvSpPr>
        <dsp:cNvPr id="0" name=""/>
        <dsp:cNvSpPr/>
      </dsp:nvSpPr>
      <dsp:spPr>
        <a:xfrm>
          <a:off x="0" y="1569216"/>
          <a:ext cx="6666833" cy="146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Wijs op alle niveau’s expliciet taken t.a.v. WI toe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Alloceer</a:t>
          </a:r>
          <a:r>
            <a:rPr lang="en-US" sz="1600" kern="1200" dirty="0"/>
            <a:t> </a:t>
          </a:r>
          <a:r>
            <a:rPr lang="en-US" sz="1600" kern="1200" dirty="0" err="1"/>
            <a:t>tijd</a:t>
          </a:r>
          <a:r>
            <a:rPr lang="en-US" sz="1600" kern="1200" dirty="0"/>
            <a:t> voor die taken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Analyseer</a:t>
          </a:r>
          <a:r>
            <a:rPr lang="en-US" sz="1600" kern="1200" dirty="0"/>
            <a:t> </a:t>
          </a:r>
          <a:r>
            <a:rPr lang="en-US" sz="1600" kern="1200" dirty="0" err="1"/>
            <a:t>waar</a:t>
          </a:r>
          <a:r>
            <a:rPr lang="en-US" sz="1600" kern="1200" dirty="0"/>
            <a:t> </a:t>
          </a:r>
          <a:r>
            <a:rPr lang="en-US" sz="1600" kern="1200" dirty="0" err="1"/>
            <a:t>kwetsbaarheden</a:t>
          </a:r>
          <a:r>
            <a:rPr lang="en-US" sz="1600" kern="1200" dirty="0"/>
            <a:t> </a:t>
          </a:r>
          <a:r>
            <a:rPr lang="en-US" sz="1600" kern="1200" dirty="0" err="1"/>
            <a:t>zitten</a:t>
          </a:r>
          <a:r>
            <a:rPr lang="en-US" sz="1600" kern="1200" dirty="0"/>
            <a:t> en </a:t>
          </a:r>
          <a:r>
            <a:rPr lang="en-US" sz="1600" kern="1200" dirty="0" err="1"/>
            <a:t>acteer</a:t>
          </a:r>
          <a:r>
            <a:rPr lang="en-US" sz="1600" kern="1200" dirty="0"/>
            <a:t> </a:t>
          </a:r>
          <a:r>
            <a:rPr lang="en-US" sz="1600" kern="1200" dirty="0" err="1"/>
            <a:t>daarop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Geef</a:t>
          </a:r>
          <a:r>
            <a:rPr lang="en-US" sz="1600" kern="1200" dirty="0"/>
            <a:t> </a:t>
          </a:r>
          <a:r>
            <a:rPr lang="en-US" sz="1600" kern="1200" dirty="0" err="1"/>
            <a:t>richtlijnen</a:t>
          </a:r>
          <a:r>
            <a:rPr lang="en-US" sz="1600" kern="1200" dirty="0"/>
            <a:t> voor A.I.-</a:t>
          </a:r>
          <a:r>
            <a:rPr lang="en-US" sz="1600" kern="1200" dirty="0" err="1"/>
            <a:t>gebruik</a:t>
          </a:r>
          <a:endParaRPr lang="en-US" sz="1600" kern="1200" dirty="0"/>
        </a:p>
      </dsp:txBody>
      <dsp:txXfrm>
        <a:off x="0" y="1569216"/>
        <a:ext cx="6666833" cy="1461600"/>
      </dsp:txXfrm>
    </dsp:sp>
    <dsp:sp modelId="{120016CC-B355-459D-99B7-60DC39196F28}">
      <dsp:nvSpPr>
        <dsp:cNvPr id="0" name=""/>
        <dsp:cNvSpPr/>
      </dsp:nvSpPr>
      <dsp:spPr>
        <a:xfrm>
          <a:off x="333341" y="137659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Beleid</a:t>
          </a:r>
          <a:r>
            <a:rPr lang="en-US" sz="1600" kern="1200" dirty="0">
              <a:solidFill>
                <a:schemeClr val="tx1"/>
              </a:solidFill>
            </a:rPr>
            <a:t> en </a:t>
          </a:r>
          <a:r>
            <a:rPr lang="en-US" sz="1600" kern="1200" dirty="0" err="1">
              <a:solidFill>
                <a:schemeClr val="tx1"/>
              </a:solidFill>
            </a:rPr>
            <a:t>organisatorische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inbedding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1399656"/>
        <a:ext cx="4620669" cy="426206"/>
      </dsp:txXfrm>
    </dsp:sp>
    <dsp:sp modelId="{A8B5425D-7E7C-40ED-B11D-36B5A2FBD1FF}">
      <dsp:nvSpPr>
        <dsp:cNvPr id="0" name=""/>
        <dsp:cNvSpPr/>
      </dsp:nvSpPr>
      <dsp:spPr>
        <a:xfrm>
          <a:off x="0" y="3396920"/>
          <a:ext cx="666683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Organiseer</a:t>
          </a:r>
          <a:r>
            <a:rPr lang="en-US" sz="1600" kern="1200" dirty="0"/>
            <a:t> </a:t>
          </a:r>
          <a:r>
            <a:rPr lang="en-US" sz="1600" kern="1200" dirty="0" err="1"/>
            <a:t>gesprekken</a:t>
          </a:r>
          <a:r>
            <a:rPr lang="en-US" sz="1600" kern="1200" dirty="0"/>
            <a:t> over WI in alle </a:t>
          </a:r>
          <a:r>
            <a:rPr lang="en-US" sz="1600" kern="1200" dirty="0" err="1"/>
            <a:t>lagen</a:t>
          </a:r>
          <a:r>
            <a:rPr lang="en-US" sz="1600" kern="1200" dirty="0"/>
            <a:t> van de </a:t>
          </a:r>
          <a:r>
            <a:rPr lang="en-US" sz="1600" kern="1200" dirty="0" err="1"/>
            <a:t>organisatie</a:t>
          </a:r>
          <a:endParaRPr lang="en-US" sz="1600" kern="1200" dirty="0"/>
        </a:p>
      </dsp:txBody>
      <dsp:txXfrm>
        <a:off x="0" y="3396920"/>
        <a:ext cx="6666833" cy="680400"/>
      </dsp:txXfrm>
    </dsp:sp>
    <dsp:sp modelId="{A48C9652-358B-4C43-BA62-E3BFEDD85B96}">
      <dsp:nvSpPr>
        <dsp:cNvPr id="0" name=""/>
        <dsp:cNvSpPr/>
      </dsp:nvSpPr>
      <dsp:spPr>
        <a:xfrm>
          <a:off x="333341" y="316075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Onderwijs</a:t>
          </a:r>
          <a:r>
            <a:rPr lang="en-US" sz="1600" kern="1200" dirty="0">
              <a:solidFill>
                <a:schemeClr val="tx1"/>
              </a:solidFill>
            </a:rPr>
            <a:t>, training en </a:t>
          </a:r>
          <a:r>
            <a:rPr lang="en-US" sz="1600" kern="1200" dirty="0" err="1">
              <a:solidFill>
                <a:schemeClr val="tx1"/>
              </a:solidFill>
            </a:rPr>
            <a:t>gesprek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3183816"/>
        <a:ext cx="4620669" cy="426206"/>
      </dsp:txXfrm>
    </dsp:sp>
    <dsp:sp modelId="{3727E209-CEC2-4739-AA22-1EA1777DFEAD}">
      <dsp:nvSpPr>
        <dsp:cNvPr id="0" name=""/>
        <dsp:cNvSpPr/>
      </dsp:nvSpPr>
      <dsp:spPr>
        <a:xfrm>
          <a:off x="0" y="4399880"/>
          <a:ext cx="6666833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Breng WI-</a:t>
          </a:r>
          <a:r>
            <a:rPr lang="en-US" sz="1600" kern="1200" dirty="0" err="1"/>
            <a:t>functionarissen</a:t>
          </a:r>
          <a:r>
            <a:rPr lang="en-US" sz="1600" kern="1200" dirty="0"/>
            <a:t> in </a:t>
          </a:r>
          <a:r>
            <a:rPr lang="en-US" sz="1600" kern="1200" dirty="0" err="1"/>
            <a:t>gesprek</a:t>
          </a:r>
          <a:r>
            <a:rPr lang="en-US" sz="1600" kern="1200" dirty="0"/>
            <a:t> met </a:t>
          </a:r>
          <a:r>
            <a:rPr lang="en-US" sz="1600" kern="1200" dirty="0" err="1"/>
            <a:t>bestuurders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Evalueer</a:t>
          </a:r>
          <a:r>
            <a:rPr lang="en-US" sz="1600" kern="1200" dirty="0"/>
            <a:t> en </a:t>
          </a:r>
          <a:r>
            <a:rPr lang="en-US" sz="1600" kern="1200" dirty="0" err="1"/>
            <a:t>actualiseer</a:t>
          </a:r>
          <a:r>
            <a:rPr lang="en-US" sz="1600" kern="1200" dirty="0"/>
            <a:t> </a:t>
          </a:r>
          <a:r>
            <a:rPr lang="en-US" sz="1600" kern="1200" dirty="0" err="1"/>
            <a:t>regelmatig</a:t>
          </a:r>
          <a:r>
            <a:rPr lang="en-US" sz="1600" kern="1200" dirty="0"/>
            <a:t> je </a:t>
          </a:r>
          <a:r>
            <a:rPr lang="en-US" sz="1600" kern="1200" dirty="0" err="1"/>
            <a:t>beleid</a:t>
          </a:r>
          <a:r>
            <a:rPr lang="en-US" sz="1600" kern="1200" dirty="0"/>
            <a:t> op alle </a:t>
          </a:r>
          <a:r>
            <a:rPr lang="en-US" sz="1600" kern="1200" dirty="0" err="1"/>
            <a:t>niveaus</a:t>
          </a:r>
          <a:endParaRPr lang="en-US" sz="1600" kern="1200" dirty="0"/>
        </a:p>
      </dsp:txBody>
      <dsp:txXfrm>
        <a:off x="0" y="4399880"/>
        <a:ext cx="6666833" cy="932400"/>
      </dsp:txXfrm>
    </dsp:sp>
    <dsp:sp modelId="{42FE8C2E-2952-458E-8F8F-8C3B0AAD6B3B}">
      <dsp:nvSpPr>
        <dsp:cNvPr id="0" name=""/>
        <dsp:cNvSpPr/>
      </dsp:nvSpPr>
      <dsp:spPr>
        <a:xfrm>
          <a:off x="333341" y="4163720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Verantwoording</a:t>
          </a:r>
          <a:r>
            <a:rPr lang="en-US" sz="1600" kern="1200" dirty="0">
              <a:solidFill>
                <a:schemeClr val="tx1"/>
              </a:solidFill>
            </a:rPr>
            <a:t>, monitoring en </a:t>
          </a:r>
          <a:r>
            <a:rPr lang="en-US" sz="1600" kern="1200" dirty="0" err="1">
              <a:solidFill>
                <a:schemeClr val="tx1"/>
              </a:solidFill>
            </a:rPr>
            <a:t>evaluatie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356398" y="4186777"/>
        <a:ext cx="4620669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34FB1-6172-4848-854E-A4C49D91DC54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F5400DC-A5FB-4897-AEBF-3D7F95C8739E}">
      <dsp:nvSpPr>
        <dsp:cNvPr id="0" name=""/>
        <dsp:cNvSpPr/>
      </dsp:nvSpPr>
      <dsp:spPr>
        <a:xfrm>
          <a:off x="0" y="212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</a:t>
          </a:r>
          <a:r>
            <a:rPr lang="en-US" sz="1800" kern="1200" dirty="0" err="1"/>
            <a:t>Leiders</a:t>
          </a:r>
          <a:r>
            <a:rPr lang="en-US" sz="1800" kern="1200" dirty="0"/>
            <a:t> </a:t>
          </a:r>
          <a:r>
            <a:rPr lang="en-US" sz="1800" kern="1200" dirty="0" err="1"/>
            <a:t>krijgen</a:t>
          </a:r>
          <a:r>
            <a:rPr lang="en-US" sz="1800" kern="1200" dirty="0"/>
            <a:t> </a:t>
          </a:r>
          <a:r>
            <a:rPr lang="en-US" sz="1800" kern="1200" dirty="0" err="1"/>
            <a:t>meer</a:t>
          </a:r>
          <a:r>
            <a:rPr lang="en-US" sz="1800" kern="1200" dirty="0"/>
            <a:t> </a:t>
          </a:r>
          <a:r>
            <a:rPr lang="en-US" sz="1800" kern="1200" dirty="0" err="1"/>
            <a:t>verantwoordelijkheid</a:t>
          </a:r>
          <a:r>
            <a:rPr lang="en-US" sz="1800" kern="1200" dirty="0"/>
            <a:t> (</a:t>
          </a:r>
          <a:r>
            <a:rPr lang="en-US" sz="1800" kern="1200" dirty="0" err="1"/>
            <a:t>actief</a:t>
          </a:r>
          <a:r>
            <a:rPr lang="en-US" sz="1800" kern="1200" dirty="0"/>
            <a:t> </a:t>
          </a:r>
          <a:r>
            <a:rPr lang="en-US" sz="1800" kern="1200" dirty="0" err="1"/>
            <a:t>uitdragen</a:t>
          </a:r>
          <a:r>
            <a:rPr lang="en-US" sz="1800" kern="1200" dirty="0"/>
            <a:t>) (4.3.1.1)</a:t>
          </a:r>
        </a:p>
      </dsp:txBody>
      <dsp:txXfrm>
        <a:off x="0" y="2124"/>
        <a:ext cx="10515600" cy="395189"/>
      </dsp:txXfrm>
    </dsp:sp>
    <dsp:sp modelId="{9DB30B65-1D12-4E54-877B-246FDFF0A919}">
      <dsp:nvSpPr>
        <dsp:cNvPr id="0" name=""/>
        <dsp:cNvSpPr/>
      </dsp:nvSpPr>
      <dsp:spPr>
        <a:xfrm>
          <a:off x="0" y="39731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FC07DC-3628-4F72-AFDF-B826CCFC6C13}">
      <dsp:nvSpPr>
        <dsp:cNvPr id="0" name=""/>
        <dsp:cNvSpPr/>
      </dsp:nvSpPr>
      <dsp:spPr>
        <a:xfrm>
          <a:off x="0" y="39731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</a:t>
          </a:r>
          <a:r>
            <a:rPr lang="en-US" sz="1800" kern="1200" dirty="0" err="1"/>
            <a:t>Expliciteer</a:t>
          </a:r>
          <a:r>
            <a:rPr lang="en-US" sz="1800" kern="1200" dirty="0"/>
            <a:t> </a:t>
          </a:r>
          <a:r>
            <a:rPr lang="en-US" sz="1800" kern="1200" dirty="0" err="1"/>
            <a:t>verantwoordelijkheden</a:t>
          </a:r>
          <a:r>
            <a:rPr lang="en-US" sz="1800" kern="1200" dirty="0"/>
            <a:t> en </a:t>
          </a:r>
          <a:r>
            <a:rPr lang="en-US" sz="1800" kern="1200" dirty="0" err="1"/>
            <a:t>tijd</a:t>
          </a:r>
          <a:r>
            <a:rPr lang="en-US" sz="1800" kern="1200" dirty="0"/>
            <a:t> op alle </a:t>
          </a:r>
          <a:r>
            <a:rPr lang="en-US" sz="1800" kern="1200" dirty="0" err="1"/>
            <a:t>niveau’s</a:t>
          </a:r>
          <a:r>
            <a:rPr lang="en-US" sz="1800" kern="1200" dirty="0"/>
            <a:t> (4.3.2.4/5)</a:t>
          </a:r>
        </a:p>
      </dsp:txBody>
      <dsp:txXfrm>
        <a:off x="0" y="397314"/>
        <a:ext cx="10515600" cy="395189"/>
      </dsp:txXfrm>
    </dsp:sp>
    <dsp:sp modelId="{F27E9E82-6775-4827-B792-700F7D1D574F}">
      <dsp:nvSpPr>
        <dsp:cNvPr id="0" name=""/>
        <dsp:cNvSpPr/>
      </dsp:nvSpPr>
      <dsp:spPr>
        <a:xfrm>
          <a:off x="0" y="79250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FF4C93-0B3C-4C39-9F70-298974775E3B}">
      <dsp:nvSpPr>
        <dsp:cNvPr id="0" name=""/>
        <dsp:cNvSpPr/>
      </dsp:nvSpPr>
      <dsp:spPr>
        <a:xfrm>
          <a:off x="0" y="79250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Maak </a:t>
          </a:r>
          <a:r>
            <a:rPr lang="en-US" sz="1800" kern="1200" dirty="0" err="1"/>
            <a:t>richtlijnen</a:t>
          </a:r>
          <a:r>
            <a:rPr lang="en-US" sz="1800" kern="1200" dirty="0"/>
            <a:t> voor A.I.-</a:t>
          </a:r>
          <a:r>
            <a:rPr lang="en-US" sz="1800" kern="1200" dirty="0" err="1"/>
            <a:t>gebruik</a:t>
          </a:r>
          <a:r>
            <a:rPr lang="en-US" sz="1800" kern="1200" dirty="0"/>
            <a:t> (4.3.2.9)</a:t>
          </a:r>
        </a:p>
      </dsp:txBody>
      <dsp:txXfrm>
        <a:off x="0" y="792504"/>
        <a:ext cx="10515600" cy="395189"/>
      </dsp:txXfrm>
    </dsp:sp>
    <dsp:sp modelId="{19D38AB4-8FF0-4E0E-A833-7B9DBEA445AB}">
      <dsp:nvSpPr>
        <dsp:cNvPr id="0" name=""/>
        <dsp:cNvSpPr/>
      </dsp:nvSpPr>
      <dsp:spPr>
        <a:xfrm>
          <a:off x="0" y="118769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57E8F5-CE2E-4D07-B714-C5CE772D84F7}">
      <dsp:nvSpPr>
        <dsp:cNvPr id="0" name=""/>
        <dsp:cNvSpPr/>
      </dsp:nvSpPr>
      <dsp:spPr>
        <a:xfrm>
          <a:off x="0" y="118769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4. Maak </a:t>
          </a:r>
          <a:r>
            <a:rPr lang="en-US" sz="1800" kern="1200" dirty="0" err="1"/>
            <a:t>nevenfuncties</a:t>
          </a:r>
          <a:r>
            <a:rPr lang="en-US" sz="1800" kern="1200" dirty="0"/>
            <a:t> en </a:t>
          </a:r>
          <a:r>
            <a:rPr lang="en-US" sz="1800" kern="1200" dirty="0" err="1"/>
            <a:t>leerstoelfinanciering</a:t>
          </a:r>
          <a:r>
            <a:rPr lang="en-US" sz="1800" kern="1200" dirty="0"/>
            <a:t> </a:t>
          </a:r>
          <a:r>
            <a:rPr lang="en-US" sz="1800" kern="1200" dirty="0" err="1"/>
            <a:t>openbaar</a:t>
          </a:r>
          <a:r>
            <a:rPr lang="en-US" sz="1800" kern="1200" dirty="0"/>
            <a:t> (4.3.2.13/14)</a:t>
          </a:r>
        </a:p>
      </dsp:txBody>
      <dsp:txXfrm>
        <a:off x="0" y="1187694"/>
        <a:ext cx="10515600" cy="395189"/>
      </dsp:txXfrm>
    </dsp:sp>
    <dsp:sp modelId="{E363BD51-7785-46C0-8942-B98D3BE72172}">
      <dsp:nvSpPr>
        <dsp:cNvPr id="0" name=""/>
        <dsp:cNvSpPr/>
      </dsp:nvSpPr>
      <dsp:spPr>
        <a:xfrm>
          <a:off x="0" y="158288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BEBF65-B02B-4FC4-B580-21C550010760}">
      <dsp:nvSpPr>
        <dsp:cNvPr id="0" name=""/>
        <dsp:cNvSpPr/>
      </dsp:nvSpPr>
      <dsp:spPr>
        <a:xfrm>
          <a:off x="0" y="158288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5. Maak </a:t>
          </a:r>
          <a:r>
            <a:rPr lang="en-US" sz="1800" kern="1200" dirty="0" err="1"/>
            <a:t>afspraken</a:t>
          </a:r>
          <a:r>
            <a:rPr lang="en-US" sz="1800" kern="1200" dirty="0"/>
            <a:t> over </a:t>
          </a:r>
          <a:r>
            <a:rPr lang="en-US" sz="1800" kern="1200" dirty="0" err="1"/>
            <a:t>terugtrekken</a:t>
          </a:r>
          <a:r>
            <a:rPr lang="en-US" sz="1800" kern="1200" dirty="0"/>
            <a:t> van </a:t>
          </a:r>
          <a:r>
            <a:rPr lang="en-US" sz="1800" kern="1200" dirty="0" err="1"/>
            <a:t>publicaties</a:t>
          </a:r>
          <a:r>
            <a:rPr lang="en-US" sz="1800" kern="1200" dirty="0"/>
            <a:t> (4.3.2.18)</a:t>
          </a:r>
        </a:p>
      </dsp:txBody>
      <dsp:txXfrm>
        <a:off x="0" y="1582884"/>
        <a:ext cx="10515600" cy="395189"/>
      </dsp:txXfrm>
    </dsp:sp>
    <dsp:sp modelId="{4864448A-F656-4B40-BDDB-B7061E6AFA8B}">
      <dsp:nvSpPr>
        <dsp:cNvPr id="0" name=""/>
        <dsp:cNvSpPr/>
      </dsp:nvSpPr>
      <dsp:spPr>
        <a:xfrm>
          <a:off x="0" y="197807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D5C7DF8-3C19-40F7-9762-8CD57CDB1936}">
      <dsp:nvSpPr>
        <dsp:cNvPr id="0" name=""/>
        <dsp:cNvSpPr/>
      </dsp:nvSpPr>
      <dsp:spPr>
        <a:xfrm>
          <a:off x="0" y="1978074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6. Bied training aan </a:t>
          </a:r>
          <a:r>
            <a:rPr lang="en-US" sz="1800" kern="1200" dirty="0" err="1"/>
            <a:t>aan</a:t>
          </a:r>
          <a:r>
            <a:rPr lang="en-US" sz="1800" kern="1200" dirty="0"/>
            <a:t> </a:t>
          </a:r>
          <a:r>
            <a:rPr lang="en-US" sz="1800" kern="1200" dirty="0" err="1"/>
            <a:t>gevestigde</a:t>
          </a:r>
          <a:r>
            <a:rPr lang="en-US" sz="1800" kern="1200" dirty="0"/>
            <a:t> </a:t>
          </a:r>
          <a:r>
            <a:rPr lang="en-US" sz="1800" kern="1200" dirty="0" err="1"/>
            <a:t>onderzoekers</a:t>
          </a:r>
          <a:r>
            <a:rPr lang="en-US" sz="1800" kern="1200" dirty="0"/>
            <a:t> (4.3.3.19)</a:t>
          </a:r>
        </a:p>
      </dsp:txBody>
      <dsp:txXfrm>
        <a:off x="0" y="1978074"/>
        <a:ext cx="10515600" cy="395189"/>
      </dsp:txXfrm>
    </dsp:sp>
    <dsp:sp modelId="{8A910430-D901-4052-9579-9803D59A6B19}">
      <dsp:nvSpPr>
        <dsp:cNvPr id="0" name=""/>
        <dsp:cNvSpPr/>
      </dsp:nvSpPr>
      <dsp:spPr>
        <a:xfrm>
          <a:off x="0" y="237326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CE54AE0-7EDB-4578-803C-DEB360CA5DC9}">
      <dsp:nvSpPr>
        <dsp:cNvPr id="0" name=""/>
        <dsp:cNvSpPr/>
      </dsp:nvSpPr>
      <dsp:spPr>
        <a:xfrm>
          <a:off x="0" y="237326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7.Neem WI op in </a:t>
          </a:r>
          <a:r>
            <a:rPr lang="en-US" sz="1800" kern="1200" dirty="0" err="1"/>
            <a:t>beoordelings</a:t>
          </a:r>
          <a:r>
            <a:rPr lang="en-US" sz="1800" kern="1200" dirty="0"/>
            <a:t>- en </a:t>
          </a:r>
          <a:r>
            <a:rPr lang="en-US" sz="1800" kern="1200" dirty="0" err="1"/>
            <a:t>functioneringsgesprekken</a:t>
          </a:r>
          <a:r>
            <a:rPr lang="en-US" sz="1800" kern="1200" dirty="0"/>
            <a:t> (4.3.3.22)</a:t>
          </a:r>
        </a:p>
      </dsp:txBody>
      <dsp:txXfrm>
        <a:off x="0" y="2373263"/>
        <a:ext cx="10515600" cy="395189"/>
      </dsp:txXfrm>
    </dsp:sp>
    <dsp:sp modelId="{DE6DDD2F-0F06-45A3-AF2D-5F052A52455A}">
      <dsp:nvSpPr>
        <dsp:cNvPr id="0" name=""/>
        <dsp:cNvSpPr/>
      </dsp:nvSpPr>
      <dsp:spPr>
        <a:xfrm>
          <a:off x="0" y="276845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C50FC59-95CC-4FAC-83E7-8E03EFBA1207}">
      <dsp:nvSpPr>
        <dsp:cNvPr id="0" name=""/>
        <dsp:cNvSpPr/>
      </dsp:nvSpPr>
      <dsp:spPr>
        <a:xfrm>
          <a:off x="0" y="276845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8. </a:t>
          </a:r>
          <a:r>
            <a:rPr lang="en-US" sz="1800" kern="1200" dirty="0" err="1"/>
            <a:t>Organiseer</a:t>
          </a:r>
          <a:r>
            <a:rPr lang="en-US" sz="1800" kern="1200" dirty="0"/>
            <a:t> </a:t>
          </a:r>
          <a:r>
            <a:rPr lang="en-US" sz="1800" kern="1200" dirty="0" err="1"/>
            <a:t>regelmatig</a:t>
          </a:r>
          <a:r>
            <a:rPr lang="en-US" sz="1800" kern="1200" dirty="0"/>
            <a:t> </a:t>
          </a:r>
          <a:r>
            <a:rPr lang="en-US" sz="1800" kern="1200" dirty="0" err="1"/>
            <a:t>gesprekken</a:t>
          </a:r>
          <a:r>
            <a:rPr lang="en-US" sz="1800" kern="1200" dirty="0"/>
            <a:t> over WI (4.3.3.23)</a:t>
          </a:r>
        </a:p>
      </dsp:txBody>
      <dsp:txXfrm>
        <a:off x="0" y="2768453"/>
        <a:ext cx="10515600" cy="395189"/>
      </dsp:txXfrm>
    </dsp:sp>
    <dsp:sp modelId="{6C44127D-0D17-4B2C-A94E-3334143A5EBA}">
      <dsp:nvSpPr>
        <dsp:cNvPr id="0" name=""/>
        <dsp:cNvSpPr/>
      </dsp:nvSpPr>
      <dsp:spPr>
        <a:xfrm>
          <a:off x="0" y="316364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FA0F4A0-5F75-4FE9-BE06-38998C8A9F9F}">
      <dsp:nvSpPr>
        <dsp:cNvPr id="0" name=""/>
        <dsp:cNvSpPr/>
      </dsp:nvSpPr>
      <dsp:spPr>
        <a:xfrm>
          <a:off x="0" y="316364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9. Maak </a:t>
          </a:r>
          <a:r>
            <a:rPr lang="en-US" sz="1800" kern="1200" dirty="0" err="1"/>
            <a:t>rol</a:t>
          </a:r>
          <a:r>
            <a:rPr lang="en-US" sz="1800" kern="1200" dirty="0"/>
            <a:t> VPWI </a:t>
          </a:r>
          <a:r>
            <a:rPr lang="en-US" sz="1800" kern="1200" dirty="0" err="1"/>
            <a:t>duidelijker</a:t>
          </a:r>
          <a:r>
            <a:rPr lang="en-US" sz="1800" kern="1200" dirty="0"/>
            <a:t> (</a:t>
          </a:r>
          <a:r>
            <a:rPr lang="en-US" sz="1800" kern="1200" dirty="0" err="1"/>
            <a:t>vragen</a:t>
          </a:r>
          <a:r>
            <a:rPr lang="en-US" sz="1800" kern="1200" dirty="0"/>
            <a:t>, </a:t>
          </a:r>
          <a:r>
            <a:rPr lang="en-US" sz="1800" kern="1200" dirty="0" err="1"/>
            <a:t>zorgen</a:t>
          </a:r>
          <a:r>
            <a:rPr lang="en-US" sz="1800" kern="1200" dirty="0"/>
            <a:t>, </a:t>
          </a:r>
          <a:r>
            <a:rPr lang="en-US" sz="1800" kern="1200" dirty="0" err="1"/>
            <a:t>advies</a:t>
          </a:r>
          <a:r>
            <a:rPr lang="en-US" sz="1800" kern="1200" dirty="0"/>
            <a:t>) (4.3.4.24)</a:t>
          </a:r>
        </a:p>
      </dsp:txBody>
      <dsp:txXfrm>
        <a:off x="0" y="3163643"/>
        <a:ext cx="10515600" cy="395189"/>
      </dsp:txXfrm>
    </dsp:sp>
    <dsp:sp modelId="{8AB99C4C-4BEE-4268-A2B5-4A6B9692A93F}">
      <dsp:nvSpPr>
        <dsp:cNvPr id="0" name=""/>
        <dsp:cNvSpPr/>
      </dsp:nvSpPr>
      <dsp:spPr>
        <a:xfrm>
          <a:off x="0" y="355883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F8E7B57-DA8F-4D77-93AB-492914DFCF47}">
      <dsp:nvSpPr>
        <dsp:cNvPr id="0" name=""/>
        <dsp:cNvSpPr/>
      </dsp:nvSpPr>
      <dsp:spPr>
        <a:xfrm>
          <a:off x="0" y="355883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10. Leg </a:t>
          </a:r>
          <a:r>
            <a:rPr lang="en-US" sz="1800" kern="1200" dirty="0" err="1"/>
            <a:t>verantwoording</a:t>
          </a:r>
          <a:r>
            <a:rPr lang="en-US" sz="1800" kern="1200" dirty="0"/>
            <a:t> </a:t>
          </a:r>
          <a:r>
            <a:rPr lang="en-US" sz="1800" kern="1200" dirty="0" err="1"/>
            <a:t>af</a:t>
          </a:r>
          <a:r>
            <a:rPr lang="en-US" sz="1800" kern="1200" dirty="0"/>
            <a:t> over WI-</a:t>
          </a:r>
          <a:r>
            <a:rPr lang="en-US" sz="1800" kern="1200" dirty="0" err="1"/>
            <a:t>zorgplichten</a:t>
          </a:r>
          <a:r>
            <a:rPr lang="en-US" sz="1800" kern="1200" dirty="0"/>
            <a:t> in </a:t>
          </a:r>
          <a:r>
            <a:rPr lang="en-US" sz="1800" kern="1200" dirty="0" err="1"/>
            <a:t>jaarrapportages</a:t>
          </a:r>
          <a:r>
            <a:rPr lang="en-US" sz="1800" kern="1200" dirty="0"/>
            <a:t> (4.3.5.29)</a:t>
          </a:r>
        </a:p>
      </dsp:txBody>
      <dsp:txXfrm>
        <a:off x="0" y="3558833"/>
        <a:ext cx="10515600" cy="395189"/>
      </dsp:txXfrm>
    </dsp:sp>
    <dsp:sp modelId="{40352907-5C08-4C91-B345-D5095DF84B98}">
      <dsp:nvSpPr>
        <dsp:cNvPr id="0" name=""/>
        <dsp:cNvSpPr/>
      </dsp:nvSpPr>
      <dsp:spPr>
        <a:xfrm>
          <a:off x="0" y="395402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4D3C0E-2CF1-4C76-9F59-4BDA59E99C3F}">
      <dsp:nvSpPr>
        <dsp:cNvPr id="0" name=""/>
        <dsp:cNvSpPr/>
      </dsp:nvSpPr>
      <dsp:spPr>
        <a:xfrm>
          <a:off x="0" y="3954023"/>
          <a:ext cx="105156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11. </a:t>
          </a:r>
          <a:r>
            <a:rPr lang="en-US" sz="1800" kern="1200" dirty="0"/>
            <a:t>Zorg </a:t>
          </a:r>
          <a:r>
            <a:rPr lang="en-US" sz="1800" kern="1200" dirty="0" err="1"/>
            <a:t>dat</a:t>
          </a:r>
          <a:r>
            <a:rPr lang="en-US" sz="1800" kern="1200" dirty="0"/>
            <a:t> WI-</a:t>
          </a:r>
          <a:r>
            <a:rPr lang="en-US" sz="1800" kern="1200" dirty="0" err="1"/>
            <a:t>functionarissen</a:t>
          </a:r>
          <a:r>
            <a:rPr lang="en-US" sz="1800" kern="1200" dirty="0"/>
            <a:t> </a:t>
          </a:r>
          <a:r>
            <a:rPr lang="en-US" sz="1800" kern="1200" dirty="0" err="1"/>
            <a:t>gesprekspartner</a:t>
          </a:r>
          <a:r>
            <a:rPr lang="en-US" sz="1800" kern="1200" dirty="0"/>
            <a:t> </a:t>
          </a:r>
          <a:r>
            <a:rPr lang="en-US" sz="1800" kern="1200" dirty="0" err="1"/>
            <a:t>zijn</a:t>
          </a:r>
          <a:r>
            <a:rPr lang="en-US" sz="1800" kern="1200" dirty="0"/>
            <a:t> van </a:t>
          </a:r>
          <a:r>
            <a:rPr lang="en-US" sz="1800" kern="1200" dirty="0" err="1"/>
            <a:t>bestuurders</a:t>
          </a:r>
          <a:r>
            <a:rPr lang="en-US" sz="1800" kern="1200" dirty="0"/>
            <a:t> (4.3.5.32) </a:t>
          </a:r>
        </a:p>
      </dsp:txBody>
      <dsp:txXfrm>
        <a:off x="0" y="3954023"/>
        <a:ext cx="10515600" cy="3951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BEDE4-DABA-4071-821E-FB0DA57FB581}">
      <dsp:nvSpPr>
        <dsp:cNvPr id="0" name=""/>
        <dsp:cNvSpPr/>
      </dsp:nvSpPr>
      <dsp:spPr>
        <a:xfrm>
          <a:off x="0" y="358474"/>
          <a:ext cx="6666833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Zorg voor training voor en </a:t>
          </a:r>
          <a:r>
            <a:rPr lang="en-US" sz="1400" kern="1200" dirty="0" err="1"/>
            <a:t>goede</a:t>
          </a:r>
          <a:r>
            <a:rPr lang="en-US" sz="1400" kern="1200" dirty="0"/>
            <a:t> </a:t>
          </a:r>
          <a:r>
            <a:rPr lang="en-US" sz="1400" kern="1200" dirty="0" err="1"/>
            <a:t>supervisie</a:t>
          </a:r>
          <a:r>
            <a:rPr lang="en-US" sz="1400" kern="1200" dirty="0"/>
            <a:t> van (</a:t>
          </a:r>
          <a:r>
            <a:rPr lang="en-US" sz="1400" kern="1200" dirty="0" err="1"/>
            <a:t>beginnende</a:t>
          </a:r>
          <a:r>
            <a:rPr lang="en-US" sz="1400" kern="1200" dirty="0"/>
            <a:t>) </a:t>
          </a:r>
          <a:r>
            <a:rPr lang="en-US" sz="1400" kern="1200" dirty="0" err="1"/>
            <a:t>onderzoekers</a:t>
          </a:r>
          <a:endParaRPr lang="en-US" sz="1400" kern="1200" dirty="0"/>
        </a:p>
      </dsp:txBody>
      <dsp:txXfrm>
        <a:off x="0" y="358474"/>
        <a:ext cx="6666833" cy="793800"/>
      </dsp:txXfrm>
    </dsp:sp>
    <dsp:sp modelId="{1E9CBDFF-AF69-4C77-8559-6A0413BCE15B}">
      <dsp:nvSpPr>
        <dsp:cNvPr id="0" name=""/>
        <dsp:cNvSpPr/>
      </dsp:nvSpPr>
      <dsp:spPr>
        <a:xfrm>
          <a:off x="333341" y="151834"/>
          <a:ext cx="4666783" cy="4132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4.2 Training &amp; </a:t>
          </a:r>
          <a:r>
            <a:rPr lang="en-US" sz="1400" kern="1200" dirty="0" err="1"/>
            <a:t>supervisie</a:t>
          </a:r>
          <a:r>
            <a:rPr lang="en-US" sz="1400" kern="1200" dirty="0"/>
            <a:t> (1-5)</a:t>
          </a:r>
        </a:p>
      </dsp:txBody>
      <dsp:txXfrm>
        <a:off x="353516" y="172009"/>
        <a:ext cx="4626433" cy="372930"/>
      </dsp:txXfrm>
    </dsp:sp>
    <dsp:sp modelId="{229E53BE-E15D-4BCA-82DE-9B2FB2247F2C}">
      <dsp:nvSpPr>
        <dsp:cNvPr id="0" name=""/>
        <dsp:cNvSpPr/>
      </dsp:nvSpPr>
      <dsp:spPr>
        <a:xfrm>
          <a:off x="0" y="1434514"/>
          <a:ext cx="666683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Zorg voor </a:t>
          </a:r>
          <a:r>
            <a:rPr lang="en-US" sz="1400" kern="1200" dirty="0" err="1"/>
            <a:t>instructies</a:t>
          </a:r>
          <a:r>
            <a:rPr lang="en-US" sz="1400" kern="1200" dirty="0"/>
            <a:t> en </a:t>
          </a:r>
          <a:r>
            <a:rPr lang="en-US" sz="1400" kern="1200" dirty="0" err="1"/>
            <a:t>hun</a:t>
          </a:r>
          <a:r>
            <a:rPr lang="en-US" sz="1400" kern="1200" dirty="0"/>
            <a:t> </a:t>
          </a:r>
          <a:r>
            <a:rPr lang="en-US" sz="1400" kern="1200" dirty="0" err="1"/>
            <a:t>naleving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Spreek</a:t>
          </a:r>
          <a:r>
            <a:rPr lang="en-US" sz="1400" kern="1200" dirty="0"/>
            <a:t> </a:t>
          </a:r>
          <a:r>
            <a:rPr lang="en-US" sz="1400" kern="1200" dirty="0" err="1"/>
            <a:t>elkaar</a:t>
          </a:r>
          <a:r>
            <a:rPr lang="en-US" sz="1400" kern="1200" dirty="0"/>
            <a:t> (aan) over </a:t>
          </a:r>
          <a:r>
            <a:rPr lang="en-US" sz="1400" kern="1200" dirty="0" err="1"/>
            <a:t>normen</a:t>
          </a:r>
          <a:endParaRPr lang="en-US" sz="1400" kern="1200" dirty="0"/>
        </a:p>
      </dsp:txBody>
      <dsp:txXfrm>
        <a:off x="0" y="1434514"/>
        <a:ext cx="6666833" cy="815850"/>
      </dsp:txXfrm>
    </dsp:sp>
    <dsp:sp modelId="{120016CC-B355-459D-99B7-60DC39196F28}">
      <dsp:nvSpPr>
        <dsp:cNvPr id="0" name=""/>
        <dsp:cNvSpPr/>
      </dsp:nvSpPr>
      <dsp:spPr>
        <a:xfrm>
          <a:off x="333341" y="1227874"/>
          <a:ext cx="4666783" cy="41328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4.3 </a:t>
          </a:r>
          <a:r>
            <a:rPr lang="en-US" sz="1400" kern="1200" dirty="0" err="1"/>
            <a:t>Cultuur</a:t>
          </a:r>
          <a:r>
            <a:rPr lang="en-US" sz="1400" kern="1200" dirty="0"/>
            <a:t> (6-10)</a:t>
          </a:r>
        </a:p>
      </dsp:txBody>
      <dsp:txXfrm>
        <a:off x="353516" y="1248049"/>
        <a:ext cx="4626433" cy="372930"/>
      </dsp:txXfrm>
    </dsp:sp>
    <dsp:sp modelId="{A8B5425D-7E7C-40ED-B11D-36B5A2FBD1FF}">
      <dsp:nvSpPr>
        <dsp:cNvPr id="0" name=""/>
        <dsp:cNvSpPr/>
      </dsp:nvSpPr>
      <dsp:spPr>
        <a:xfrm>
          <a:off x="0" y="2532604"/>
          <a:ext cx="6666833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Streef naar F.A.I.R.</a:t>
          </a:r>
        </a:p>
      </dsp:txBody>
      <dsp:txXfrm>
        <a:off x="0" y="2532604"/>
        <a:ext cx="6666833" cy="595350"/>
      </dsp:txXfrm>
    </dsp:sp>
    <dsp:sp modelId="{A48C9652-358B-4C43-BA62-E3BFEDD85B96}">
      <dsp:nvSpPr>
        <dsp:cNvPr id="0" name=""/>
        <dsp:cNvSpPr/>
      </dsp:nvSpPr>
      <dsp:spPr>
        <a:xfrm>
          <a:off x="333341" y="2325964"/>
          <a:ext cx="4666783" cy="4132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4.4 </a:t>
          </a:r>
          <a:r>
            <a:rPr lang="en-US" sz="1400" kern="1200" dirty="0" err="1"/>
            <a:t>Databeheer</a:t>
          </a:r>
          <a:r>
            <a:rPr lang="en-US" sz="1400" kern="1200" dirty="0"/>
            <a:t> (11-15)</a:t>
          </a:r>
        </a:p>
      </dsp:txBody>
      <dsp:txXfrm>
        <a:off x="353516" y="2346139"/>
        <a:ext cx="4626433" cy="372930"/>
      </dsp:txXfrm>
    </dsp:sp>
    <dsp:sp modelId="{3727E209-CEC2-4739-AA22-1EA1777DFEAD}">
      <dsp:nvSpPr>
        <dsp:cNvPr id="0" name=""/>
        <dsp:cNvSpPr/>
      </dsp:nvSpPr>
      <dsp:spPr>
        <a:xfrm>
          <a:off x="0" y="3410195"/>
          <a:ext cx="666683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Eerlijke</a:t>
          </a:r>
          <a:r>
            <a:rPr lang="en-US" sz="1400" kern="1200" dirty="0"/>
            <a:t> </a:t>
          </a:r>
          <a:r>
            <a:rPr lang="en-US" sz="1400" kern="1200" dirty="0" err="1"/>
            <a:t>afspraken</a:t>
          </a:r>
          <a:r>
            <a:rPr lang="en-US" sz="1400" kern="1200" dirty="0"/>
            <a:t> met </a:t>
          </a:r>
          <a:r>
            <a:rPr lang="en-US" sz="1400" kern="1200" dirty="0" err="1"/>
            <a:t>opdrachtgevers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Zorgvuldig</a:t>
          </a:r>
          <a:r>
            <a:rPr lang="en-US" sz="1400" kern="1200" dirty="0"/>
            <a:t> </a:t>
          </a:r>
          <a:r>
            <a:rPr lang="en-US" sz="1400" kern="1200" dirty="0" err="1"/>
            <a:t>naar</a:t>
          </a:r>
          <a:r>
            <a:rPr lang="en-US" sz="1400" kern="1200" dirty="0"/>
            <a:t> </a:t>
          </a:r>
          <a:r>
            <a:rPr lang="en-US" sz="1400" kern="1200" dirty="0" err="1"/>
            <a:t>publiek</a:t>
          </a:r>
          <a:endParaRPr lang="en-US" sz="1400" kern="1200" dirty="0"/>
        </a:p>
      </dsp:txBody>
      <dsp:txXfrm>
        <a:off x="0" y="3410195"/>
        <a:ext cx="6666833" cy="815850"/>
      </dsp:txXfrm>
    </dsp:sp>
    <dsp:sp modelId="{42FE8C2E-2952-458E-8F8F-8C3B0AAD6B3B}">
      <dsp:nvSpPr>
        <dsp:cNvPr id="0" name=""/>
        <dsp:cNvSpPr/>
      </dsp:nvSpPr>
      <dsp:spPr>
        <a:xfrm>
          <a:off x="333341" y="3203554"/>
          <a:ext cx="4666783" cy="41328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4.5 </a:t>
          </a:r>
          <a:r>
            <a:rPr lang="en-US" sz="1400" kern="1200" dirty="0" err="1"/>
            <a:t>Openbaarmaking</a:t>
          </a:r>
          <a:r>
            <a:rPr lang="en-US" sz="1400" kern="1200" dirty="0"/>
            <a:t> van </a:t>
          </a:r>
          <a:r>
            <a:rPr lang="en-US" sz="1400" kern="1200" dirty="0" err="1"/>
            <a:t>resultaten</a:t>
          </a:r>
          <a:r>
            <a:rPr lang="en-US" sz="1400" kern="1200" dirty="0"/>
            <a:t> (16-17)</a:t>
          </a:r>
        </a:p>
      </dsp:txBody>
      <dsp:txXfrm>
        <a:off x="353516" y="3223729"/>
        <a:ext cx="4626433" cy="372930"/>
      </dsp:txXfrm>
    </dsp:sp>
    <dsp:sp modelId="{BA644EB8-C86D-45B5-8BF4-AE1A63EE7955}">
      <dsp:nvSpPr>
        <dsp:cNvPr id="0" name=""/>
        <dsp:cNvSpPr/>
      </dsp:nvSpPr>
      <dsp:spPr>
        <a:xfrm>
          <a:off x="0" y="4508285"/>
          <a:ext cx="6666833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Zorg voor (goed bereikbare) ethische commissie, vertrouwenspersonen en commissie wetenschappelijke integriteit</a:t>
          </a:r>
          <a:endParaRPr lang="en-US" sz="1400" kern="1200" dirty="0"/>
        </a:p>
      </dsp:txBody>
      <dsp:txXfrm>
        <a:off x="0" y="4508285"/>
        <a:ext cx="6666833" cy="793800"/>
      </dsp:txXfrm>
    </dsp:sp>
    <dsp:sp modelId="{47DB497B-6B52-462C-AD85-51A190C7165C}">
      <dsp:nvSpPr>
        <dsp:cNvPr id="0" name=""/>
        <dsp:cNvSpPr/>
      </dsp:nvSpPr>
      <dsp:spPr>
        <a:xfrm>
          <a:off x="333341" y="4301645"/>
          <a:ext cx="4666783" cy="4132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4.6 Ethische </a:t>
          </a:r>
          <a:r>
            <a:rPr lang="en-US" sz="1400" kern="1200" dirty="0" err="1"/>
            <a:t>normen</a:t>
          </a:r>
          <a:r>
            <a:rPr lang="en-US" sz="1400" kern="1200" dirty="0"/>
            <a:t> (18-21)</a:t>
          </a:r>
        </a:p>
      </dsp:txBody>
      <dsp:txXfrm>
        <a:off x="353516" y="4321820"/>
        <a:ext cx="4626433" cy="3729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47A3D-0777-424E-9692-A415AD89FD5E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65AD3-48C1-4C40-A7C7-B3A1436BC9D1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CUDOS (The Sociology of Science, Merton, 1942)</a:t>
          </a:r>
        </a:p>
      </dsp:txBody>
      <dsp:txXfrm>
        <a:off x="0" y="623"/>
        <a:ext cx="6492875" cy="1020830"/>
      </dsp:txXfrm>
    </dsp:sp>
    <dsp:sp modelId="{752661BD-BABE-4BC5-A695-B9766924E7B4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97A00-DBD7-4B6F-AA35-20427A61EADC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 = Communality: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Science is a public good</a:t>
          </a:r>
        </a:p>
      </dsp:txBody>
      <dsp:txXfrm>
        <a:off x="0" y="1021453"/>
        <a:ext cx="6492875" cy="1020830"/>
      </dsp:txXfrm>
    </dsp:sp>
    <dsp:sp modelId="{3E289517-A509-496B-9FB0-DF80AE17C3D4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7171D-18F2-42D2-A84E-714290F80E2F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 = Universalism: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Validity of claims independent of claimant’s status</a:t>
          </a:r>
        </a:p>
      </dsp:txBody>
      <dsp:txXfrm>
        <a:off x="0" y="2042284"/>
        <a:ext cx="6492875" cy="1020830"/>
      </dsp:txXfrm>
    </dsp:sp>
    <dsp:sp modelId="{3F423760-0F4A-4833-B002-4821D481CFC5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09CCB-05E0-4749-9FD5-14AEFD6457CB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 = Disinterestedness: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 it for benefit of mankind</a:t>
          </a:r>
        </a:p>
      </dsp:txBody>
      <dsp:txXfrm>
        <a:off x="0" y="3063115"/>
        <a:ext cx="6492875" cy="1020830"/>
      </dsp:txXfrm>
    </dsp:sp>
    <dsp:sp modelId="{CD77A97A-4D42-42CE-9A96-FF19E65C9151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97D48-DAFF-4F09-861D-E0B74753EA10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OS = Organized skepticism: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Assess claims with detached </a:t>
          </a:r>
          <a:r>
            <a:rPr lang="en-US" sz="2400" u="none" kern="1200">
              <a:hlinkClick xmlns:r="http://schemas.openxmlformats.org/officeDocument/2006/relationships" r:id="rId1" tooltip="Critical thinking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critical scrutiny</a:t>
          </a:r>
          <a:endParaRPr lang="en-US" sz="2400" u="none" kern="1200"/>
        </a:p>
      </dsp:txBody>
      <dsp:txXfrm>
        <a:off x="0" y="4083946"/>
        <a:ext cx="6492875" cy="1020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F183E-B893-4042-836D-01F863EF14F2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C3234-933D-4177-80CD-DFE6E27268E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30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ritical_thinking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Gerben ter Riet</a:t>
            </a:r>
          </a:p>
          <a:p>
            <a:r>
              <a:rPr lang="en-US" dirty="0"/>
              <a:t>arts-</a:t>
            </a:r>
            <a:r>
              <a:rPr lang="en-US" dirty="0" err="1"/>
              <a:t>epidemioloog</a:t>
            </a:r>
            <a:endParaRPr lang="en-US" dirty="0"/>
          </a:p>
          <a:p>
            <a:r>
              <a:rPr lang="en-US" dirty="0"/>
              <a:t>Lid METC AMC (2015-2019)</a:t>
            </a:r>
          </a:p>
          <a:p>
            <a:r>
              <a:rPr lang="en-US" dirty="0" err="1"/>
              <a:t>Oprichter</a:t>
            </a:r>
            <a:r>
              <a:rPr lang="en-US" dirty="0"/>
              <a:t> open science support desk FGSB-HvA</a:t>
            </a:r>
          </a:p>
          <a:p>
            <a:r>
              <a:rPr lang="en-US" dirty="0" err="1"/>
              <a:t>Voorzitter</a:t>
            </a:r>
            <a:r>
              <a:rPr lang="en-US" dirty="0"/>
              <a:t> ECO </a:t>
            </a:r>
            <a:r>
              <a:rPr lang="en-US" dirty="0" err="1"/>
              <a:t>hogeschool</a:t>
            </a:r>
            <a:r>
              <a:rPr lang="en-US" dirty="0"/>
              <a:t> Rotterdam (2020-2023)</a:t>
            </a:r>
          </a:p>
          <a:p>
            <a:r>
              <a:rPr lang="nl-NL" dirty="0"/>
              <a:t>Lid </a:t>
            </a:r>
            <a:r>
              <a:rPr lang="nl-NL" dirty="0" err="1"/>
              <a:t>Cie</a:t>
            </a:r>
            <a:r>
              <a:rPr lang="nl-NL" dirty="0"/>
              <a:t> Wet Integriteit HvA (2020-nu)</a:t>
            </a:r>
          </a:p>
          <a:p>
            <a:r>
              <a:rPr lang="nl-NL" dirty="0"/>
              <a:t>Lid onderzoeksgroep National Survey Research Integrity</a:t>
            </a:r>
          </a:p>
          <a:p>
            <a:r>
              <a:rPr lang="nl-NL" dirty="0"/>
              <a:t>Lid cursusgroep WI VU (2016-2021)</a:t>
            </a:r>
          </a:p>
          <a:p>
            <a:r>
              <a:rPr lang="nl-NL" dirty="0"/>
              <a:t>Meta-researcher op o.a. selectief publiceren, </a:t>
            </a:r>
            <a:r>
              <a:rPr lang="nl-NL" dirty="0" err="1"/>
              <a:t>questionable</a:t>
            </a:r>
            <a:r>
              <a:rPr lang="nl-NL" dirty="0"/>
              <a:t> research </a:t>
            </a:r>
            <a:r>
              <a:rPr lang="nl-NL" dirty="0" err="1"/>
              <a:t>practices</a:t>
            </a:r>
            <a:r>
              <a:rPr lang="nl-NL" dirty="0"/>
              <a:t> en onverdiend auteurschap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C3234-933D-4177-80CD-DFE6E27268E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7889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Inleiding</a:t>
            </a:r>
            <a:r>
              <a:rPr lang="en-US" dirty="0"/>
              <a:t> door Gerben ter Riet</a:t>
            </a:r>
          </a:p>
          <a:p>
            <a:r>
              <a:rPr lang="en-US" dirty="0"/>
              <a:t>Samen aan het </a:t>
            </a:r>
            <a:r>
              <a:rPr lang="en-US" dirty="0" err="1"/>
              <a:t>werk</a:t>
            </a:r>
            <a:r>
              <a:rPr lang="en-US" dirty="0"/>
              <a:t>: 25 min </a:t>
            </a:r>
            <a:r>
              <a:rPr lang="en-US" dirty="0" err="1"/>
              <a:t>totaal</a:t>
            </a:r>
            <a:endParaRPr lang="en-US" dirty="0"/>
          </a:p>
          <a:p>
            <a:r>
              <a:rPr lang="en-US" dirty="0"/>
              <a:t>	- 5  </a:t>
            </a:r>
            <a:r>
              <a:rPr lang="en-US" dirty="0" err="1"/>
              <a:t>minuten</a:t>
            </a:r>
            <a:r>
              <a:rPr lang="en-US" dirty="0"/>
              <a:t>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opschrijven</a:t>
            </a:r>
            <a:endParaRPr lang="en-US" dirty="0"/>
          </a:p>
          <a:p>
            <a:r>
              <a:rPr lang="en-US" dirty="0"/>
              <a:t>	- 20 </a:t>
            </a:r>
            <a:r>
              <a:rPr lang="en-US" dirty="0" err="1"/>
              <a:t>minuten</a:t>
            </a:r>
            <a:r>
              <a:rPr lang="en-US" dirty="0"/>
              <a:t> </a:t>
            </a:r>
            <a:r>
              <a:rPr lang="en-US" dirty="0" err="1"/>
              <a:t>samen</a:t>
            </a:r>
            <a:r>
              <a:rPr lang="en-US" dirty="0"/>
              <a:t> </a:t>
            </a:r>
            <a:r>
              <a:rPr lang="en-US" dirty="0" err="1"/>
              <a:t>bespreken</a:t>
            </a:r>
            <a:r>
              <a:rPr lang="en-US" dirty="0"/>
              <a:t> (</a:t>
            </a:r>
            <a:r>
              <a:rPr lang="en-US" dirty="0" err="1"/>
              <a:t>als</a:t>
            </a:r>
            <a:r>
              <a:rPr lang="en-US" dirty="0"/>
              <a:t> er </a:t>
            </a:r>
            <a:r>
              <a:rPr lang="en-US" dirty="0" err="1"/>
              <a:t>ruimte</a:t>
            </a:r>
            <a:r>
              <a:rPr lang="en-US" dirty="0"/>
              <a:t> is in </a:t>
            </a:r>
            <a:r>
              <a:rPr lang="en-US" dirty="0" err="1"/>
              <a:t>subgroepen</a:t>
            </a:r>
            <a:r>
              <a:rPr lang="en-US" dirty="0"/>
              <a:t>)</a:t>
            </a:r>
          </a:p>
          <a:p>
            <a:r>
              <a:rPr lang="en-US" dirty="0" err="1"/>
              <a:t>Terugkoppelen</a:t>
            </a:r>
            <a:r>
              <a:rPr lang="en-US" dirty="0"/>
              <a:t> en </a:t>
            </a:r>
            <a:r>
              <a:rPr lang="en-US" dirty="0" err="1"/>
              <a:t>conclusies</a:t>
            </a:r>
            <a:r>
              <a:rPr lang="en-US" dirty="0"/>
              <a:t> </a:t>
            </a:r>
            <a:r>
              <a:rPr lang="en-US" dirty="0" err="1"/>
              <a:t>trekken</a:t>
            </a:r>
            <a:r>
              <a:rPr lang="en-US" dirty="0"/>
              <a:t>: 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C3234-933D-4177-80CD-DFE6E27268E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5297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https://doorwerking-hbo-onderzoek.nl/portfolio/open-science-checklist/ [in Dutch]</a:t>
            </a:r>
          </a:p>
          <a:p>
            <a:r>
              <a:rPr lang="nl-NL" dirty="0"/>
              <a:t>https://uvaauas.figshare.com/articles/online_resource/Open_science_checklist_Urban_Vitality/12213467</a:t>
            </a:r>
          </a:p>
          <a:p>
            <a:r>
              <a:rPr lang="nl-NL" dirty="0"/>
              <a:t>https://www.amsterdamuas.com/uv-openscience</a:t>
            </a:r>
          </a:p>
          <a:p>
            <a:r>
              <a:rPr lang="nl-NL" dirty="0"/>
              <a:t>https://hbo-kennisbank.nl/details/amsterdam_pure:oai:pure.hva.nl:publications%2F00c80703-c54b-4bf5-a3c5-bcc8f339995b?has-link=yes&amp;q=support+desk</a:t>
            </a:r>
          </a:p>
          <a:p>
            <a:r>
              <a:rPr lang="nl-NL" dirty="0"/>
              <a:t>https://www.go-fair.org/fair-principles/</a:t>
            </a:r>
          </a:p>
          <a:p>
            <a:r>
              <a:rPr lang="nl-NL" dirty="0"/>
              <a:t>https://orcid.org/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68F488-3DF3-4B32-9852-36885771C63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172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UITLEG BIJ DE GRAFIEKEN (3 items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checklist van 14 items):</a:t>
            </a:r>
          </a:p>
          <a:p>
            <a:r>
              <a:rPr lang="en-US" dirty="0"/>
              <a:t>x-as: het </a:t>
            </a:r>
            <a:r>
              <a:rPr lang="en-US" dirty="0" err="1"/>
              <a:t>verloop</a:t>
            </a:r>
            <a:r>
              <a:rPr lang="en-US" dirty="0"/>
              <a:t> van de </a:t>
            </a:r>
            <a:r>
              <a:rPr lang="en-US" dirty="0" err="1"/>
              <a:t>tijd</a:t>
            </a:r>
            <a:r>
              <a:rPr lang="en-US" dirty="0"/>
              <a:t>, </a:t>
            </a:r>
            <a:r>
              <a:rPr lang="en-US" dirty="0" err="1"/>
              <a:t>tussen</a:t>
            </a:r>
            <a:r>
              <a:rPr lang="en-US" dirty="0"/>
              <a:t> </a:t>
            </a:r>
            <a:r>
              <a:rPr lang="en-US" dirty="0" err="1"/>
              <a:t>vroeg</a:t>
            </a:r>
            <a:r>
              <a:rPr lang="en-US" dirty="0"/>
              <a:t> 2020 en </a:t>
            </a:r>
            <a:r>
              <a:rPr lang="en-US" dirty="0" err="1"/>
              <a:t>laat</a:t>
            </a:r>
            <a:r>
              <a:rPr lang="en-US" dirty="0"/>
              <a:t> 2023</a:t>
            </a:r>
          </a:p>
          <a:p>
            <a:r>
              <a:rPr lang="en-US" dirty="0"/>
              <a:t>y-as: de </a:t>
            </a:r>
            <a:r>
              <a:rPr lang="en-US" dirty="0" err="1"/>
              <a:t>kans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item </a:t>
            </a:r>
            <a:r>
              <a:rPr lang="en-US" dirty="0" err="1"/>
              <a:t>werd</a:t>
            </a:r>
            <a:r>
              <a:rPr lang="en-US" dirty="0"/>
              <a:t> </a:t>
            </a:r>
            <a:r>
              <a:rPr lang="en-US" dirty="0" err="1"/>
              <a:t>omarmd</a:t>
            </a:r>
            <a:r>
              <a:rPr lang="en-US" dirty="0"/>
              <a:t> op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tijdstip</a:t>
            </a:r>
            <a:endParaRPr lang="en-US" dirty="0"/>
          </a:p>
          <a:p>
            <a:r>
              <a:rPr lang="en-US" dirty="0"/>
              <a:t>a. </a:t>
            </a:r>
            <a:r>
              <a:rPr lang="en-US" dirty="0" err="1"/>
              <a:t>Linksboven</a:t>
            </a:r>
            <a:r>
              <a:rPr lang="en-US" dirty="0"/>
              <a:t>: </a:t>
            </a:r>
            <a:r>
              <a:rPr lang="en-US" dirty="0" err="1"/>
              <a:t>gedeeltelijke</a:t>
            </a:r>
            <a:r>
              <a:rPr lang="en-US" dirty="0"/>
              <a:t> </a:t>
            </a:r>
            <a:r>
              <a:rPr lang="en-US" dirty="0" err="1"/>
              <a:t>omarming</a:t>
            </a:r>
            <a:r>
              <a:rPr lang="en-US" dirty="0"/>
              <a:t> </a:t>
            </a:r>
            <a:r>
              <a:rPr lang="en-US" dirty="0" err="1"/>
              <a:t>telt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volle</a:t>
            </a:r>
            <a:r>
              <a:rPr lang="en-US" dirty="0"/>
              <a:t> </a:t>
            </a:r>
            <a:r>
              <a:rPr lang="en-US" dirty="0" err="1"/>
              <a:t>omarming</a:t>
            </a:r>
            <a:endParaRPr lang="en-US" dirty="0"/>
          </a:p>
          <a:p>
            <a:r>
              <a:rPr lang="en-US" dirty="0"/>
              <a:t>b. </a:t>
            </a:r>
            <a:r>
              <a:rPr lang="en-US" dirty="0" err="1"/>
              <a:t>Rechtsboven</a:t>
            </a:r>
            <a:r>
              <a:rPr lang="en-US" dirty="0"/>
              <a:t>: </a:t>
            </a:r>
            <a:r>
              <a:rPr lang="en-US" dirty="0" err="1"/>
              <a:t>zoals</a:t>
            </a:r>
            <a:r>
              <a:rPr lang="en-US" dirty="0"/>
              <a:t> a, maar met </a:t>
            </a:r>
            <a:r>
              <a:rPr lang="en-US" dirty="0" err="1"/>
              <a:t>opname</a:t>
            </a:r>
            <a:r>
              <a:rPr lang="en-US" dirty="0"/>
              <a:t> van twee </a:t>
            </a:r>
            <a:r>
              <a:rPr lang="en-US" dirty="0" err="1"/>
              <a:t>projecten</a:t>
            </a:r>
            <a:r>
              <a:rPr lang="en-US" dirty="0"/>
              <a:t> die </a:t>
            </a:r>
            <a:r>
              <a:rPr lang="en-US" dirty="0" err="1"/>
              <a:t>eigenlijk</a:t>
            </a:r>
            <a:r>
              <a:rPr lang="en-US" dirty="0"/>
              <a:t> mee </a:t>
            </a:r>
            <a:r>
              <a:rPr lang="en-US" dirty="0" err="1"/>
              <a:t>onderwijsprojecten</a:t>
            </a:r>
            <a:r>
              <a:rPr lang="en-US" dirty="0"/>
              <a:t> dan </a:t>
            </a:r>
            <a:r>
              <a:rPr lang="en-US" dirty="0" err="1"/>
              <a:t>onderzoeks</a:t>
            </a:r>
            <a:r>
              <a:rPr lang="en-US" dirty="0"/>
              <a:t> </a:t>
            </a:r>
            <a:r>
              <a:rPr lang="en-US" dirty="0" err="1"/>
              <a:t>waren</a:t>
            </a:r>
            <a:endParaRPr lang="en-US" dirty="0"/>
          </a:p>
          <a:p>
            <a:r>
              <a:rPr lang="en-US" dirty="0"/>
              <a:t>c. </a:t>
            </a:r>
            <a:r>
              <a:rPr lang="en-US" dirty="0" err="1"/>
              <a:t>Linksonder</a:t>
            </a:r>
            <a:r>
              <a:rPr lang="en-US" dirty="0"/>
              <a:t>: </a:t>
            </a:r>
            <a:r>
              <a:rPr lang="en-US" dirty="0" err="1"/>
              <a:t>rigoreuze</a:t>
            </a:r>
            <a:r>
              <a:rPr lang="en-US" dirty="0"/>
              <a:t> score: </a:t>
            </a:r>
            <a:r>
              <a:rPr lang="en-US" dirty="0" err="1"/>
              <a:t>wel</a:t>
            </a:r>
            <a:r>
              <a:rPr lang="en-US" dirty="0"/>
              <a:t> of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omarming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d. </a:t>
            </a:r>
            <a:r>
              <a:rPr lang="en-US" dirty="0" err="1"/>
              <a:t>Rechtsonder</a:t>
            </a:r>
            <a:r>
              <a:rPr lang="en-US" dirty="0"/>
              <a:t>: </a:t>
            </a:r>
            <a:r>
              <a:rPr lang="en-US" dirty="0" err="1"/>
              <a:t>zoals</a:t>
            </a:r>
            <a:r>
              <a:rPr lang="en-US" dirty="0"/>
              <a:t> c, maar met </a:t>
            </a:r>
            <a:r>
              <a:rPr lang="en-US" dirty="0" err="1"/>
              <a:t>opname</a:t>
            </a:r>
            <a:r>
              <a:rPr lang="en-US" dirty="0"/>
              <a:t> van twee </a:t>
            </a:r>
            <a:r>
              <a:rPr lang="en-US" dirty="0" err="1"/>
              <a:t>projecten</a:t>
            </a:r>
            <a:r>
              <a:rPr lang="en-US" dirty="0"/>
              <a:t> die </a:t>
            </a:r>
            <a:r>
              <a:rPr lang="en-US" dirty="0" err="1"/>
              <a:t>eigenlijk</a:t>
            </a:r>
            <a:r>
              <a:rPr lang="en-US" dirty="0"/>
              <a:t> mee </a:t>
            </a:r>
            <a:r>
              <a:rPr lang="en-US" dirty="0" err="1"/>
              <a:t>onderwijsprojecten</a:t>
            </a:r>
            <a:r>
              <a:rPr lang="en-US" dirty="0"/>
              <a:t> dan </a:t>
            </a:r>
            <a:r>
              <a:rPr lang="en-US" dirty="0" err="1"/>
              <a:t>onderzoeks</a:t>
            </a:r>
            <a:r>
              <a:rPr lang="en-US" dirty="0"/>
              <a:t>  </a:t>
            </a:r>
            <a:r>
              <a:rPr lang="en-US" dirty="0" err="1"/>
              <a:t>waren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 checklist is te </a:t>
            </a:r>
            <a:r>
              <a:rPr lang="en-US" dirty="0" err="1"/>
              <a:t>vinden</a:t>
            </a:r>
            <a:r>
              <a:rPr lang="en-US" dirty="0"/>
              <a:t> via https://doorwerking-hbo-onderzoek.nl/portfolio/open-science-checklist/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Het project over adherence aan de checklist is te </a:t>
            </a:r>
            <a:r>
              <a:rPr lang="en-US" dirty="0" err="1"/>
              <a:t>vinden</a:t>
            </a:r>
            <a:r>
              <a:rPr lang="en-US" dirty="0"/>
              <a:t> op https://osf.io/r5yth/overview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5C3234-933D-4177-80CD-DFE6E27268E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182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ngwi</a:t>
            </a:r>
            <a:r>
              <a:rPr lang="en-US" dirty="0"/>
              <a:t> 2026 = </a:t>
            </a:r>
            <a:r>
              <a:rPr lang="en-US" dirty="0" err="1"/>
              <a:t>ngwi</a:t>
            </a:r>
            <a:r>
              <a:rPr lang="en-US" dirty="0"/>
              <a:t> 2018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C3234-933D-4177-80CD-DFE6E27268E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7279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https://www.cos.io/blog/strategy-for-culture-change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C3234-933D-4177-80CD-DFE6E27268E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0497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41F7-6977-7D9D-334D-DDF6DC98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1FF8C-C956-36C5-3524-9C436B1FE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7018F-2D26-DED2-68D7-7C561C76A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53750-D591-E910-157B-BEFF127B5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5C3234-933D-4177-80CD-DFE6E27268E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55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C3234-933D-4177-80CD-DFE6E27268E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3648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C3234-933D-4177-80CD-DFE6E27268E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2787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2B7A87-1AB1-4B03-85DD-CD04CD4E12E2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979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https://coara.eu/</a:t>
            </a:r>
          </a:p>
          <a:p>
            <a:r>
              <a:rPr lang="nl-NL" dirty="0"/>
              <a:t>https://sfdora.org/</a:t>
            </a:r>
          </a:p>
          <a:p>
            <a:r>
              <a:rPr lang="nl-NL" dirty="0"/>
              <a:t>https://integgame.eu/dilemma</a:t>
            </a:r>
          </a:p>
          <a:p>
            <a:r>
              <a:rPr lang="nl-NL" dirty="0"/>
              <a:t>https://www.eur.nl/en/about-eur/policy-and-regulations/integrity/research-integrity/dilemma-game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845E68-4969-46F9-8F25-1B4403B76FD7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693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Source: https://doorwerking-hbo-onderzoek.nl/portfolio/open-science-checklist/</a:t>
            </a:r>
          </a:p>
          <a:p>
            <a:r>
              <a:rPr lang="nl-NL" dirty="0"/>
              <a:t>https://uvaauas.figshare.com/articles/online_resource/Open_science_checklist_Urban_Vitality/12213467</a:t>
            </a:r>
          </a:p>
          <a:p>
            <a:r>
              <a:rPr lang="nl-NL" dirty="0"/>
              <a:t>https://www.amsterdamuas.com/uv-openscience</a:t>
            </a:r>
          </a:p>
          <a:p>
            <a:r>
              <a:rPr lang="nl-NL" dirty="0"/>
              <a:t>https://hbo-kennisbank.nl/details/amsterdam_pure:oai:pure.hva.nl:publications%2F00c80703-c54b-4bf5-a3c5-bcc8f339995b?has-link=yes&amp;q=support+desk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5947C5-FCE3-4840-B0B4-558CA634DFE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390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for the benefit of a common scientific enterprise</a:t>
            </a:r>
          </a:p>
          <a:p>
            <a:r>
              <a:rPr lang="en-US" dirty="0"/>
              <a:t>temporary suspension of judgement, 'detached' </a:t>
            </a:r>
            <a:r>
              <a:rPr lang="en-US" dirty="0">
                <a:hlinkClick r:id="rId3" tooltip="Critical thinking"/>
              </a:rPr>
              <a:t>critical scrutiny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845E68-4969-46F9-8F25-1B4403B76FD7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38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FF15-AF19-DD7B-DDE1-C6B3F05C2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2424B-665E-42CA-3422-18726D3F6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442DA-C1D8-4E8E-7D55-60F94B6A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4C01E-0B9A-9B10-AABF-00C001D2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5EBF2-247A-FA14-BA56-76038633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773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40F9-D83D-8891-4A90-839DFEEB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7E3A-99A0-ACD8-528D-BBD3802BC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AC34-66BE-13B2-12F7-7CAC9B3B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A7079-0D1A-622B-F34F-BD347740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DB996-3000-8004-A5F8-3172CBC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582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4D5C-EB66-DA75-99DD-55AC5052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7731D-BA06-268D-8040-CB9F994EB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179B2-4329-76E9-1DDC-5511EE5D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38588-B7EF-939A-E9DE-A0B62CAE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C751-CAD2-2D63-D6B5-3FCC89FE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423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8530-8386-04A7-D3B4-2F4B3660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2DED5-7165-E0A2-029C-FDAEC35B6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F659C-AAC8-4EE9-5C07-7C84ECF72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C31A9-9A57-4D67-F4B3-34C75C9A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5609D-301D-5210-59FD-E7B408DB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22CF6-E3A7-FA39-F3B7-292C81E5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861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615-0544-AD1D-D16D-A5FEC0D4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39227-1206-70F0-B7EC-E6E877793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65353-BE90-2A0C-FEA2-1309BA5B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F73EA-C3FA-12C6-E8B7-7C003D6C2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CC507-E9D9-DA8B-95B2-ABFD22D3B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FA05F-E9C1-663C-8ABB-A50E1F4F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7B047-D462-9C7E-A4F3-8DC99762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9CD01-120E-C18D-AC42-CF6B5257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735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49A0-73D7-E39F-98AB-B418BB37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9F354-9598-BD78-822D-7828DDC1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C3315-5CDA-F896-DBDE-16806179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49FAA-7F61-3232-2BE5-409AA11B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394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CFB74-D23C-4AFF-80AB-FCEB598E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C14A-D8D2-8333-7613-AC4CC658C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7608-7807-1A5A-02B4-842D7CDA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820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48A7-793D-BD01-E464-17C0EE9E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098D-0CAD-321A-09EE-87A99C6D0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55AE1-2CAE-E856-ECAB-195CAAFAA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3F330-B09A-E352-4B35-2385BAA2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7E718-A141-2FBF-3A4D-6199D488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B287D-322E-7115-C9F3-968CF88D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695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253A-5B68-9F6E-8682-B9A7C144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8E97F-82A3-77E4-EE42-AD505C85B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4B758-38BB-E89D-4803-D1EE8E566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54FB3-CDBB-9A15-5078-BE9DD5A9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917EF-C5C0-7E58-3900-75396BEA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3B307-145D-8964-7DEE-F5A5DA18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441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6198-C089-78FF-DFA5-63A4278E9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7E08B-2529-F4E8-32E2-0075A5334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7DB72-B204-2446-D2C0-1C387F91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AED42-9719-8293-BFCF-5BCC7BB8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0C7E5-6807-24F1-5E62-CA5CA86F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583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15771-30BC-9F09-BA5C-1E6809F9B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2D101-9764-61B1-82BD-DDFB8EB86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A931C-CDC8-A378-9511-BF011B1A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190E0-F5F5-49EB-9EE8-C57710955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F6AA-663E-68AE-F01A-991345A2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2420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7B16-09BB-46FC-A778-530BC60AF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6414B-BFA8-43BB-8D4A-9D1F38C31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5F22-43D4-4CDF-90A9-F1F7F56B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D906-125B-437A-941D-DC17E265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4EDD3-AB91-494F-B4B6-301AF4AF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3564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C18F-D7FC-4D54-ABED-3BBD7E2E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07111-593F-4965-8602-6FFFD1E84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27480-08DF-4157-BC50-A5D2E5E0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FB792-F3D8-4F01-9307-F937C36D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140A8-634E-49FC-8F23-D6623450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1016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964F5-A6CA-49D8-B3C9-49070424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638BA-0956-44E2-A223-16A1D2449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25D2E-D121-4CD9-944D-1928BD2D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A88A4-A776-437B-8178-1880EF20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8017F-4FC9-4BAF-AC0D-0D3D4174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6600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CE8DB-A034-4A52-97A6-0DFB4CFA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815D-884C-4DCE-B761-093813D97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F1B8C-3626-4F7B-8CBA-5A720A418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2642F-305D-4836-A136-639AAA5F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1703D-6E60-4E89-9F7B-8F24F77F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07D2A-1014-4C0A-BA6D-9DAD49B4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0980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4ABC-9112-441D-8473-6FC5F86C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3B54B-C9CC-470F-ACE0-D1A0160BF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A96EC-5706-459A-8963-4E4199973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5AA8DD-6530-411F-9604-34E445297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FF248-6F37-43EE-8B49-963566A2F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B4C65-83BE-4583-97F8-FD27C335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29087-F544-465B-8C3B-0A3A940C3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FA409-2177-4B44-B435-3922E502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1938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6AAB-527A-4D83-90D9-AC3236ED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741E4-A1D8-449A-9DD6-ED3391083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F2D87-15A8-4E5E-9956-0E7B336C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00961-CD36-4BD1-8A7B-C7859FDD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0840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6E5B3-3244-49AA-BD76-33669EEF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9ECE5-129E-48F6-A733-7285156D6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54E86-6F47-49CE-964F-7EF13BB9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999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3164-988A-43BC-A993-D899D667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0DA65-A611-4165-82DF-6634AE396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01E6C-C180-4650-88A9-75820DC9C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479B7-7D27-417A-A906-18B56AB6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0BABB-8FB3-49B1-86BE-C120594B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07DB-0B91-46B7-A6A2-5BDB5AB1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999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A35D-ECFF-4D7F-B58D-37AF66CE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8FA2CF-5B3E-47C8-BFB7-332A2AEC3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77D64-AEFB-4C98-BF9B-0A1C890F2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6D8FA-306E-45C3-A8EA-16E5ADF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47FB7-75B0-4616-9FB8-F4B071E0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BFA4-A711-449B-99A5-369961FC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26488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AFE6-758D-4BF3-A481-5701BD8F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5083D-6BF7-437B-A5EE-9A9D5D220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A49F7-2B80-4CEB-92B8-4EB3A170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76534-DD3C-4711-BB1C-EAC1D4E5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34EAA-166B-4290-B795-5BB4B494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8588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99491-E271-454D-843D-33A43870B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4D560-A8ED-47E0-8A9A-C54F31BB9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9D15A-6680-4D03-BA2A-45CC94A8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FD888-7E8A-4D5C-B827-C2467BCA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C9BBD-57CD-47F1-A6BA-BCD9ADD2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179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B54F3-BC7E-2069-B491-98D90BA56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3DEB6-D084-B0BF-0F75-62E792721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4F6D-1DD9-4AAF-7AC0-2942F8726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1D80D-753E-4B6E-838C-794710DA2198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9DC24-9050-3EC9-AD93-D62E57937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23ABE-E2AB-BAB2-DA7D-63E81940F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D49BC-2FB0-4403-A6AB-6E81AD19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406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CD0BFF-CBA7-429C-93C6-89F64086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8FE50-58B8-44FF-BC3D-842F78CD5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B2A2C-354B-4158-AA72-59C7C6A08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FBC40-79A9-4CFC-A4C1-E7A03E8FA04F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F8C84-548B-4F92-9DF8-2826CA067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B92BE-7010-4F1F-8139-952C3E672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BB36C-6565-491C-88D9-B8D8EB2D5D5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245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98B8-71C7-D7F0-6EC7-B69950975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chemeClr val="bg1">
                    <a:lumMod val="95000"/>
                  </a:schemeClr>
                </a:solidFill>
              </a:rPr>
              <a:t>Zorgplichten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 in de </a:t>
            </a:r>
            <a:r>
              <a:rPr lang="en-US" sz="4400" dirty="0" err="1">
                <a:solidFill>
                  <a:schemeClr val="bg1">
                    <a:lumMod val="95000"/>
                  </a:schemeClr>
                </a:solidFill>
              </a:rPr>
              <a:t>Gedragscode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95000"/>
                  </a:schemeClr>
                </a:solidFill>
              </a:rPr>
              <a:t>Wetenschappelijke</a:t>
            </a:r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95000"/>
                  </a:schemeClr>
                </a:solidFill>
              </a:rPr>
              <a:t>Integriteit</a:t>
            </a:r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 2026:</a:t>
            </a:r>
            <a:br>
              <a:rPr lang="en-US" sz="40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4000" dirty="0">
                <a:solidFill>
                  <a:srgbClr val="FFC000"/>
                </a:solidFill>
              </a:rPr>
              <a:t>wat </a:t>
            </a:r>
            <a:r>
              <a:rPr lang="en-US" sz="4000" dirty="0" err="1">
                <a:solidFill>
                  <a:srgbClr val="FFC000"/>
                </a:solidFill>
              </a:rPr>
              <a:t>betekenen</a:t>
            </a:r>
            <a:r>
              <a:rPr lang="en-US" sz="4000" dirty="0">
                <a:solidFill>
                  <a:srgbClr val="FFC000"/>
                </a:solidFill>
              </a:rPr>
              <a:t> die voor </a:t>
            </a:r>
            <a:r>
              <a:rPr lang="en-US" sz="4000" dirty="0" err="1">
                <a:solidFill>
                  <a:srgbClr val="FFC000"/>
                </a:solidFill>
              </a:rPr>
              <a:t>ons</a:t>
            </a:r>
            <a:r>
              <a:rPr lang="en-US" sz="4000" dirty="0">
                <a:solidFill>
                  <a:srgbClr val="FFC000"/>
                </a:solidFill>
              </a:rPr>
              <a:t>?</a:t>
            </a:r>
            <a:endParaRPr lang="nl-NL" sz="4400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B746-8EA8-5B24-15C9-7D14A3178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0292"/>
            <a:ext cx="9144000" cy="145063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Gerben ter Riet, MD PhD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FGSB Open Science Support Desk</a:t>
            </a:r>
          </a:p>
          <a:p>
            <a:r>
              <a:rPr lang="en-US" sz="1600" dirty="0" err="1">
                <a:solidFill>
                  <a:schemeClr val="bg1">
                    <a:lumMod val="95000"/>
                  </a:schemeClr>
                </a:solidFill>
              </a:rPr>
              <a:t>Orcid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nl-NL" sz="1600" dirty="0">
                <a:solidFill>
                  <a:schemeClr val="bg1">
                    <a:lumMod val="95000"/>
                  </a:schemeClr>
                </a:solidFill>
              </a:rPr>
              <a:t>0000-0002-2231-7637</a:t>
            </a:r>
          </a:p>
          <a:p>
            <a:r>
              <a:rPr lang="nl-NL" sz="1600" dirty="0">
                <a:solidFill>
                  <a:schemeClr val="bg1">
                    <a:lumMod val="95000"/>
                  </a:schemeClr>
                </a:solidFill>
              </a:rPr>
              <a:t>g.ter.riet@hva.nl</a:t>
            </a:r>
            <a:endParaRPr lang="nl-NL" sz="1800" dirty="0">
              <a:solidFill>
                <a:schemeClr val="bg1">
                  <a:lumMod val="95000"/>
                </a:schemeClr>
              </a:solidFill>
            </a:endParaRPr>
          </a:p>
          <a:p>
            <a:endParaRPr lang="nl-NL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5A2B2B4-EEFB-4D6B-5148-43FBDE5DA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887" y="119167"/>
            <a:ext cx="5715000" cy="7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34960-5A29-8AA6-4EA3-5B7128D4C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8287" y="3965798"/>
            <a:ext cx="1979797" cy="2628000"/>
          </a:xfrm>
          <a:prstGeom prst="rect">
            <a:avLst/>
          </a:prstGeom>
        </p:spPr>
      </p:pic>
      <p:pic>
        <p:nvPicPr>
          <p:cNvPr id="8" name="Picture 7" descr="A blue and black logo">
            <a:extLst>
              <a:ext uri="{FF2B5EF4-FFF2-40B4-BE49-F238E27FC236}">
                <a16:creationId xmlns:a16="http://schemas.microsoft.com/office/drawing/2014/main" id="{4679BB8F-31FD-19CB-5993-AC317C5CB5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72" y="5441798"/>
            <a:ext cx="1808446" cy="1152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63CB7-2D73-DCE3-67FE-29372A64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LNKO 1 december 2025</a:t>
            </a:r>
          </a:p>
        </p:txBody>
      </p:sp>
    </p:spTree>
    <p:extLst>
      <p:ext uri="{BB962C8B-B14F-4D97-AF65-F5344CB8AC3E}">
        <p14:creationId xmlns:p14="http://schemas.microsoft.com/office/powerpoint/2010/main" val="27471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clocks on a map&#10;&#10;AI-generated content may be incorrect.">
            <a:extLst>
              <a:ext uri="{FF2B5EF4-FFF2-40B4-BE49-F238E27FC236}">
                <a16:creationId xmlns:a16="http://schemas.microsoft.com/office/drawing/2014/main" id="{9157833A-D5D6-6C51-554D-2E09D279D9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7F8E8D-8CAB-E4E1-C371-9A187197E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Programma voor het komende uur</a:t>
            </a:r>
            <a:endParaRPr lang="nl-NL" sz="5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B29DE-560C-DC06-F40E-DC88C8ACD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Inleiding</a:t>
            </a:r>
            <a:r>
              <a:rPr lang="en-US" sz="2000" dirty="0">
                <a:solidFill>
                  <a:schemeClr val="bg1"/>
                </a:solidFill>
              </a:rPr>
              <a:t>: 20</a:t>
            </a:r>
          </a:p>
          <a:p>
            <a:r>
              <a:rPr lang="en-US" sz="2000" dirty="0">
                <a:solidFill>
                  <a:schemeClr val="bg1"/>
                </a:solidFill>
              </a:rPr>
              <a:t>Samen aan het </a:t>
            </a:r>
            <a:r>
              <a:rPr lang="en-US" sz="2000" dirty="0" err="1">
                <a:solidFill>
                  <a:schemeClr val="bg1"/>
                </a:solidFill>
              </a:rPr>
              <a:t>werk</a:t>
            </a:r>
            <a:r>
              <a:rPr lang="en-US" sz="2000" dirty="0">
                <a:solidFill>
                  <a:schemeClr val="bg1"/>
                </a:solidFill>
              </a:rPr>
              <a:t>: 25</a:t>
            </a:r>
          </a:p>
          <a:p>
            <a:r>
              <a:rPr lang="en-US" sz="2000" dirty="0">
                <a:solidFill>
                  <a:schemeClr val="bg1"/>
                </a:solidFill>
              </a:rPr>
              <a:t>Samen </a:t>
            </a:r>
            <a:r>
              <a:rPr lang="en-US" sz="2000" dirty="0" err="1">
                <a:solidFill>
                  <a:schemeClr val="bg1"/>
                </a:solidFill>
              </a:rPr>
              <a:t>terugkoppelen</a:t>
            </a:r>
            <a:r>
              <a:rPr lang="en-US" sz="2000" dirty="0">
                <a:solidFill>
                  <a:schemeClr val="bg1"/>
                </a:solidFill>
              </a:rPr>
              <a:t> en </a:t>
            </a:r>
            <a:r>
              <a:rPr lang="en-US" sz="2000" dirty="0" err="1">
                <a:solidFill>
                  <a:schemeClr val="bg1"/>
                </a:solidFill>
              </a:rPr>
              <a:t>conclusies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trekken</a:t>
            </a:r>
            <a:r>
              <a:rPr lang="en-US" sz="2000" dirty="0">
                <a:solidFill>
                  <a:schemeClr val="bg1"/>
                </a:solidFill>
              </a:rPr>
              <a:t>: 15</a:t>
            </a:r>
          </a:p>
          <a:p>
            <a:r>
              <a:rPr lang="en-US" sz="2000" dirty="0">
                <a:solidFill>
                  <a:schemeClr val="bg1"/>
                </a:solidFill>
              </a:rPr>
              <a:t>Lunch</a:t>
            </a:r>
            <a:endParaRPr lang="nl-NL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08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8C7133C-22CE-4500-B5C8-81525D70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FGSB Open Science Checklist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CCED3-3C65-47F1-96F8-8B498474F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16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Justify relevance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Involve end-users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Consider </a:t>
            </a:r>
            <a:r>
              <a:rPr lang="en-US" u="sng" dirty="0"/>
              <a:t>reporting guidelines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study</a:t>
            </a:r>
            <a:r>
              <a:rPr lang="en-US" u="sng" dirty="0"/>
              <a:t> protocol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analysis plan ((S)AP)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</a:t>
            </a:r>
            <a:r>
              <a:rPr lang="en-US" u="sng" dirty="0"/>
              <a:t>data management plan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Ensure participants’ privacy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A704C-C58A-42AB-9F13-C0079109634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328593" y="1790366"/>
            <a:ext cx="5183187" cy="36845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Consider getting ethics advice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Preregister protocol and (S)AP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Document research process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Report outcomes completely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Publish open access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Archive using FAIR principles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Get an ORCID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nl-NL" dirty="0"/>
          </a:p>
        </p:txBody>
      </p:sp>
      <p:pic>
        <p:nvPicPr>
          <p:cNvPr id="13" name="Picture 12" descr="Text, logo&#10;&#10;Description automatically generated with medium confidence">
            <a:extLst>
              <a:ext uri="{FF2B5EF4-FFF2-40B4-BE49-F238E27FC236}">
                <a16:creationId xmlns:a16="http://schemas.microsoft.com/office/drawing/2014/main" id="{DBCA7E92-1405-4B4F-86BD-27C243ED3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259" y="180509"/>
            <a:ext cx="1674541" cy="167454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364766E-4C30-2587-F259-BC25E1DA7738}"/>
              </a:ext>
            </a:extLst>
          </p:cNvPr>
          <p:cNvGrpSpPr/>
          <p:nvPr/>
        </p:nvGrpSpPr>
        <p:grpSpPr>
          <a:xfrm>
            <a:off x="464125" y="2930235"/>
            <a:ext cx="374075" cy="1726093"/>
            <a:chOff x="464125" y="2930235"/>
            <a:chExt cx="374075" cy="1726093"/>
          </a:xfrm>
          <a:solidFill>
            <a:srgbClr val="FF0000"/>
          </a:solidFill>
        </p:grpSpPr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2B2AADD2-6914-48C6-2BFC-2288DC287DD6}"/>
                </a:ext>
              </a:extLst>
            </p:cNvPr>
            <p:cNvSpPr/>
            <p:nvPr/>
          </p:nvSpPr>
          <p:spPr>
            <a:xfrm>
              <a:off x="464127" y="2930235"/>
              <a:ext cx="374073" cy="214469"/>
            </a:xfrm>
            <a:prstGeom prst="right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B05AB9B6-906C-7C42-1A38-8B80C08DE107}"/>
                </a:ext>
              </a:extLst>
            </p:cNvPr>
            <p:cNvSpPr/>
            <p:nvPr/>
          </p:nvSpPr>
          <p:spPr>
            <a:xfrm>
              <a:off x="464126" y="3458991"/>
              <a:ext cx="374073" cy="214469"/>
            </a:xfrm>
            <a:prstGeom prst="right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D9DC1A65-7474-B8D9-D4FF-3407C313501A}"/>
                </a:ext>
              </a:extLst>
            </p:cNvPr>
            <p:cNvSpPr/>
            <p:nvPr/>
          </p:nvSpPr>
          <p:spPr>
            <a:xfrm>
              <a:off x="464125" y="4441859"/>
              <a:ext cx="374073" cy="214469"/>
            </a:xfrm>
            <a:prstGeom prst="right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86552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78A30-B173-53D5-3019-FDB4AA88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>
            <a:normAutofit/>
          </a:bodyPr>
          <a:lstStyle/>
          <a:p>
            <a:r>
              <a:rPr lang="en-US" sz="2800" b="1" dirty="0"/>
              <a:t>P</a:t>
            </a:r>
            <a:r>
              <a:rPr lang="en-US" sz="2800" dirty="0"/>
              <a:t>lan</a:t>
            </a:r>
            <a:br>
              <a:rPr lang="en-US" sz="2800" dirty="0"/>
            </a:br>
            <a:r>
              <a:rPr lang="en-US" sz="2800" b="1" dirty="0"/>
              <a:t>D</a:t>
            </a:r>
            <a:r>
              <a:rPr lang="en-US" sz="2800" dirty="0"/>
              <a:t>o</a:t>
            </a:r>
            <a:br>
              <a:rPr lang="en-US" sz="2800" dirty="0"/>
            </a:br>
            <a:r>
              <a:rPr lang="en-US" sz="2800" b="1" dirty="0"/>
              <a:t>C</a:t>
            </a:r>
            <a:r>
              <a:rPr lang="en-US" sz="2800" dirty="0"/>
              <a:t>heck</a:t>
            </a:r>
            <a:br>
              <a:rPr lang="en-US" sz="2800" dirty="0"/>
            </a:br>
            <a:r>
              <a:rPr lang="en-US" sz="2800" b="1" dirty="0"/>
              <a:t>A</a:t>
            </a:r>
            <a:r>
              <a:rPr lang="en-US" sz="2800" dirty="0"/>
              <a:t>ct</a:t>
            </a:r>
            <a:endParaRPr lang="nl-NL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C59215-C14F-3F02-5C1C-4B5F767A5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15" y="881897"/>
            <a:ext cx="3584448" cy="26076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C80B21-4C07-403D-5AE0-8F9231664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915" y="881584"/>
            <a:ext cx="3584448" cy="26076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E866B2-C53D-936B-E1F0-9FEC81F87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415" y="881584"/>
            <a:ext cx="3584448" cy="2607661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2612-FC09-EBBA-B752-DCFCBA2D1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8824" y="4440602"/>
            <a:ext cx="6860184" cy="164592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We </a:t>
            </a:r>
            <a:r>
              <a:rPr lang="en-US" sz="1800" dirty="0" err="1"/>
              <a:t>hebben</a:t>
            </a:r>
            <a:r>
              <a:rPr lang="en-US" sz="1800" dirty="0"/>
              <a:t> de </a:t>
            </a:r>
            <a:r>
              <a:rPr lang="en-US" sz="1800" b="1" dirty="0" err="1"/>
              <a:t>omarming</a:t>
            </a:r>
            <a:r>
              <a:rPr lang="en-US" sz="1800" b="1" dirty="0"/>
              <a:t> van 14 principes voor </a:t>
            </a:r>
            <a:r>
              <a:rPr lang="en-US" sz="1800" b="1" dirty="0" err="1"/>
              <a:t>goed</a:t>
            </a:r>
            <a:r>
              <a:rPr lang="en-US" sz="1800" b="1" dirty="0"/>
              <a:t> </a:t>
            </a:r>
            <a:r>
              <a:rPr lang="en-US" sz="1800" b="1" dirty="0" err="1"/>
              <a:t>onderzoek</a:t>
            </a:r>
            <a:r>
              <a:rPr lang="en-US" sz="1800" b="1" dirty="0"/>
              <a:t> </a:t>
            </a:r>
            <a:r>
              <a:rPr lang="en-US" sz="1800" b="1" dirty="0" err="1"/>
              <a:t>gemeten</a:t>
            </a:r>
            <a:r>
              <a:rPr lang="en-US" sz="1800" b="1" dirty="0"/>
              <a:t> </a:t>
            </a:r>
            <a:r>
              <a:rPr lang="en-US" sz="1800" b="1" dirty="0" err="1"/>
              <a:t>tussen</a:t>
            </a:r>
            <a:r>
              <a:rPr lang="en-US" sz="1800" b="1" dirty="0"/>
              <a:t> 2020 en 2023</a:t>
            </a:r>
            <a:r>
              <a:rPr lang="en-US" sz="1800" dirty="0"/>
              <a:t>, om </a:t>
            </a:r>
            <a:r>
              <a:rPr lang="en-US" sz="1800" dirty="0" err="1"/>
              <a:t>daarna</a:t>
            </a:r>
            <a:r>
              <a:rPr lang="en-US" sz="1800" dirty="0"/>
              <a:t> </a:t>
            </a:r>
            <a:r>
              <a:rPr lang="en-US" sz="1800" dirty="0" err="1"/>
              <a:t>een</a:t>
            </a:r>
            <a:r>
              <a:rPr lang="en-US" sz="1800" dirty="0"/>
              <a:t> </a:t>
            </a:r>
            <a:r>
              <a:rPr lang="en-US" sz="1800" dirty="0" err="1"/>
              <a:t>dialoog</a:t>
            </a:r>
            <a:r>
              <a:rPr lang="en-US" sz="1800" dirty="0"/>
              <a:t> te </a:t>
            </a:r>
            <a:r>
              <a:rPr lang="en-US" sz="1800" dirty="0" err="1"/>
              <a:t>starten</a:t>
            </a:r>
            <a:r>
              <a:rPr lang="en-US" sz="1800" dirty="0"/>
              <a:t> met </a:t>
            </a:r>
            <a:r>
              <a:rPr lang="en-US" sz="1800" dirty="0" err="1"/>
              <a:t>onderzoekers</a:t>
            </a:r>
            <a:r>
              <a:rPr lang="en-US" sz="1800" dirty="0"/>
              <a:t> en </a:t>
            </a:r>
            <a:r>
              <a:rPr lang="en-US" sz="1800" dirty="0" err="1"/>
              <a:t>bestuurders</a:t>
            </a:r>
            <a:r>
              <a:rPr lang="en-US" sz="1800" dirty="0"/>
              <a:t> in </a:t>
            </a:r>
            <a:r>
              <a:rPr lang="en-US" sz="1800" dirty="0" err="1"/>
              <a:t>onze</a:t>
            </a:r>
            <a:r>
              <a:rPr lang="en-US" sz="1800" dirty="0"/>
              <a:t> </a:t>
            </a:r>
            <a:r>
              <a:rPr lang="en-US" sz="1800" dirty="0" err="1"/>
              <a:t>faculteit</a:t>
            </a:r>
            <a:r>
              <a:rPr lang="en-US" sz="1800" dirty="0"/>
              <a:t> over </a:t>
            </a:r>
            <a:r>
              <a:rPr lang="en-US" sz="1800" dirty="0" err="1"/>
              <a:t>kwaliteitsbeleid</a:t>
            </a:r>
            <a:r>
              <a:rPr lang="en-US" sz="1800" dirty="0"/>
              <a:t> en </a:t>
            </a:r>
            <a:r>
              <a:rPr lang="en-US" sz="1800" dirty="0" err="1"/>
              <a:t>optimale</a:t>
            </a:r>
            <a:r>
              <a:rPr lang="en-US" sz="1800" dirty="0"/>
              <a:t> </a:t>
            </a:r>
            <a:r>
              <a:rPr lang="en-US" sz="1800" dirty="0" err="1"/>
              <a:t>ondersteuning</a:t>
            </a:r>
            <a:r>
              <a:rPr lang="en-US" sz="1800" dirty="0"/>
              <a:t>.</a:t>
            </a:r>
            <a:endParaRPr lang="nl-NL" sz="1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8DCDEE3-5E5B-1376-6C76-FEC99F48E7FC}"/>
              </a:ext>
            </a:extLst>
          </p:cNvPr>
          <p:cNvSpPr/>
          <p:nvPr/>
        </p:nvSpPr>
        <p:spPr>
          <a:xfrm>
            <a:off x="303371" y="881584"/>
            <a:ext cx="374073" cy="2144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67C720-1E07-CE5C-5C79-DF776D286DD5}"/>
              </a:ext>
            </a:extLst>
          </p:cNvPr>
          <p:cNvSpPr txBox="1">
            <a:spLocks/>
          </p:cNvSpPr>
          <p:nvPr/>
        </p:nvSpPr>
        <p:spPr>
          <a:xfrm>
            <a:off x="838200" y="4440602"/>
            <a:ext cx="3300663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Plan</a:t>
            </a:r>
            <a:br>
              <a:rPr lang="en-US" sz="2800" dirty="0"/>
            </a:br>
            <a:r>
              <a:rPr lang="en-US" sz="2800" b="1" dirty="0"/>
              <a:t>Diagnose</a:t>
            </a:r>
            <a:br>
              <a:rPr lang="en-US" sz="2800" dirty="0"/>
            </a:br>
            <a:r>
              <a:rPr lang="en-US" sz="2800" b="1" dirty="0"/>
              <a:t>Intervene</a:t>
            </a:r>
            <a:br>
              <a:rPr lang="en-US" sz="2800" dirty="0"/>
            </a:br>
            <a:r>
              <a:rPr lang="en-US" sz="2800" b="1" dirty="0"/>
              <a:t>Evaluate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271197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544DC-74BD-F040-B5B5-235BA710E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Het monitoren van goede praktijken via rapportages zal eenvoudiger worden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ECD603-25F5-849E-244D-82FD5BE01E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01040" y="1988185"/>
            <a:ext cx="3387578" cy="1185651"/>
          </a:xfrm>
          <a:prstGeom prst="rect">
            <a:avLst/>
          </a:prstGeo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24267A-5326-70DE-47B8-3D8F7C582D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293930" y="2028292"/>
            <a:ext cx="3419533" cy="1145543"/>
          </a:xfrm>
          <a:prstGeom prst="rect">
            <a:avLst/>
          </a:prstGeom>
        </p:spPr>
      </p:pic>
      <p:pic>
        <p:nvPicPr>
          <p:cNvPr id="10" name="Picture 9" descr="A close-up of a text&#10;&#10;AI-generated content may be incorrect.">
            <a:extLst>
              <a:ext uri="{FF2B5EF4-FFF2-40B4-BE49-F238E27FC236}">
                <a16:creationId xmlns:a16="http://schemas.microsoft.com/office/drawing/2014/main" id="{D2D51B38-5667-C9BC-BC48-07D80FF77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040" y="3429000"/>
            <a:ext cx="7112423" cy="115576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35254B-495C-8D67-CD52-242D844EB05C}"/>
              </a:ext>
            </a:extLst>
          </p:cNvPr>
          <p:cNvSpPr/>
          <p:nvPr/>
        </p:nvSpPr>
        <p:spPr>
          <a:xfrm>
            <a:off x="4700954" y="5334000"/>
            <a:ext cx="7012509" cy="4362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screenIT</a:t>
            </a:r>
            <a:r>
              <a:rPr lang="en-US" dirty="0"/>
              <a:t>, </a:t>
            </a:r>
            <a:r>
              <a:rPr lang="en-US" dirty="0" err="1"/>
              <a:t>Papercheck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764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D9E7-A876-3559-BF10-3E5621B31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dirty="0" err="1"/>
              <a:t>Wetenschappelijke</a:t>
            </a:r>
            <a:r>
              <a:rPr lang="en-US" dirty="0"/>
              <a:t> </a:t>
            </a:r>
            <a:r>
              <a:rPr lang="en-US" dirty="0" err="1"/>
              <a:t>integriteit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= </a:t>
            </a:r>
          </a:p>
          <a:p>
            <a:pPr marL="0" indent="0" algn="ctr">
              <a:buNone/>
            </a:pPr>
            <a:r>
              <a:rPr lang="en-US" dirty="0"/>
              <a:t>z o v e t !!</a:t>
            </a:r>
          </a:p>
        </p:txBody>
      </p:sp>
      <p:pic>
        <p:nvPicPr>
          <p:cNvPr id="4" name="Picture 3" descr="A baby with a fist in sand&#10;&#10;AI-generated content may be incorrect.">
            <a:extLst>
              <a:ext uri="{FF2B5EF4-FFF2-40B4-BE49-F238E27FC236}">
                <a16:creationId xmlns:a16="http://schemas.microsoft.com/office/drawing/2014/main" id="{9FB57A30-F165-A825-6829-5C7120F81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5622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22D2F-7D25-9AAD-5ADA-D921285E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EFADAC-5F31-F040-C8D5-C746A347F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38" r="29650"/>
          <a:stretch>
            <a:fillRect/>
          </a:stretch>
        </p:blipFill>
        <p:spPr>
          <a:xfrm>
            <a:off x="0" y="0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7788C0-D6B1-C82B-2D99-35FFDA27D4D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18677379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ACC568-AED2-3511-2CAA-36926C602A0C}"/>
              </a:ext>
            </a:extLst>
          </p:cNvPr>
          <p:cNvCxnSpPr/>
          <p:nvPr/>
        </p:nvCxnSpPr>
        <p:spPr>
          <a:xfrm>
            <a:off x="6615404" y="367702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B769DD-1B43-86D4-AECD-624FDE8FEE19}"/>
              </a:ext>
            </a:extLst>
          </p:cNvPr>
          <p:cNvCxnSpPr/>
          <p:nvPr/>
        </p:nvCxnSpPr>
        <p:spPr>
          <a:xfrm>
            <a:off x="6615404" y="430567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6A2D90-CC03-AC5C-36F0-66B094E94706}"/>
              </a:ext>
            </a:extLst>
          </p:cNvPr>
          <p:cNvCxnSpPr/>
          <p:nvPr/>
        </p:nvCxnSpPr>
        <p:spPr>
          <a:xfrm>
            <a:off x="6624268" y="494194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011249-7437-95B3-42B7-6CD32A6B6B45}"/>
              </a:ext>
            </a:extLst>
          </p:cNvPr>
          <p:cNvCxnSpPr/>
          <p:nvPr/>
        </p:nvCxnSpPr>
        <p:spPr>
          <a:xfrm>
            <a:off x="6624268" y="5559162"/>
            <a:ext cx="0" cy="335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BB08FEF-2939-DF43-690B-BA4524A0D0C7}"/>
              </a:ext>
            </a:extLst>
          </p:cNvPr>
          <p:cNvSpPr txBox="1"/>
          <p:nvPr/>
        </p:nvSpPr>
        <p:spPr>
          <a:xfrm>
            <a:off x="248923" y="4958997"/>
            <a:ext cx="3804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Aptos Light" panose="020B0004020202020204" pitchFamily="34" charset="0"/>
              </a:rPr>
              <a:t>Research Integrity - doing the right thing, even when:</a:t>
            </a:r>
          </a:p>
          <a:p>
            <a:r>
              <a:rPr lang="en-US" dirty="0">
                <a:solidFill>
                  <a:srgbClr val="FFC000"/>
                </a:solidFill>
                <a:latin typeface="Aptos Light" panose="020B0004020202020204" pitchFamily="34" charset="0"/>
              </a:rPr>
              <a:t>a. no one is watching?</a:t>
            </a:r>
          </a:p>
          <a:p>
            <a:r>
              <a:rPr lang="en-US" dirty="0">
                <a:solidFill>
                  <a:srgbClr val="FFC000"/>
                </a:solidFill>
                <a:latin typeface="Aptos Light" panose="020B0004020202020204" pitchFamily="34" charset="0"/>
              </a:rPr>
              <a:t>b. influential partners are watching?</a:t>
            </a:r>
          </a:p>
          <a:p>
            <a:r>
              <a:rPr lang="en-US" dirty="0">
                <a:solidFill>
                  <a:srgbClr val="FFC000"/>
                </a:solidFill>
                <a:latin typeface="Aptos Light" panose="020B0004020202020204" pitchFamily="34" charset="0"/>
              </a:rPr>
              <a:t>c. …………………….…?</a:t>
            </a:r>
            <a:endParaRPr lang="nl-NL" dirty="0">
              <a:solidFill>
                <a:srgbClr val="FFC000"/>
              </a:solidFill>
              <a:latin typeface="Aptos Light" panose="020B0004020202020204" pitchFamily="34" charset="0"/>
            </a:endParaRPr>
          </a:p>
        </p:txBody>
      </p:sp>
      <p:pic>
        <p:nvPicPr>
          <p:cNvPr id="3" name="Picture 2" descr="A group of hands holding a string&#10;&#10;AI-generated content may be incorrect.">
            <a:extLst>
              <a:ext uri="{FF2B5EF4-FFF2-40B4-BE49-F238E27FC236}">
                <a16:creationId xmlns:a16="http://schemas.microsoft.com/office/drawing/2014/main" id="{6686BCB4-D7EA-9C7A-56D3-05A05FC095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800" y="5354131"/>
            <a:ext cx="1134444" cy="745375"/>
          </a:xfrm>
          <a:prstGeom prst="rect">
            <a:avLst/>
          </a:prstGeom>
        </p:spPr>
      </p:pic>
      <p:pic>
        <p:nvPicPr>
          <p:cNvPr id="10" name="Picture 9" descr="A person in a suit&#10;&#10;Description automatically generated">
            <a:extLst>
              <a:ext uri="{FF2B5EF4-FFF2-40B4-BE49-F238E27FC236}">
                <a16:creationId xmlns:a16="http://schemas.microsoft.com/office/drawing/2014/main" id="{4CC86FE5-7A4C-E066-90D8-0D97083F0AB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5" b="-1"/>
          <a:stretch/>
        </p:blipFill>
        <p:spPr>
          <a:xfrm>
            <a:off x="9744650" y="108153"/>
            <a:ext cx="1964747" cy="93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7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365ED-22CF-5EF0-FD1D-681A8B06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6F487A-3FD6-F79A-3315-49D187A94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BFE9A8B-E07E-5B7C-F875-042D426BF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FBFF-9B4A-059B-7414-8359388CB5E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 </a:t>
            </a:r>
            <a:r>
              <a:rPr lang="en-US" sz="3200" dirty="0" err="1"/>
              <a:t>Zorgplichten</a:t>
            </a:r>
            <a:r>
              <a:rPr lang="en-US" sz="3200" dirty="0"/>
              <a:t> 2026</a:t>
            </a:r>
          </a:p>
          <a:p>
            <a:pPr marL="0" indent="0" algn="ctr">
              <a:buNone/>
            </a:pPr>
            <a:r>
              <a:rPr lang="en-US" sz="3200" dirty="0"/>
              <a:t>= </a:t>
            </a:r>
          </a:p>
          <a:p>
            <a:pPr marL="0" indent="0" algn="ctr">
              <a:buNone/>
            </a:pPr>
            <a:r>
              <a:rPr lang="en-US" sz="3200" dirty="0"/>
              <a:t>O </a:t>
            </a:r>
            <a:r>
              <a:rPr lang="en-US" sz="3200" b="1" dirty="0"/>
              <a:t>b l o m</a:t>
            </a:r>
            <a:r>
              <a:rPr lang="en-US" sz="3200" dirty="0"/>
              <a:t> o </a:t>
            </a:r>
            <a:r>
              <a:rPr lang="en-US" sz="3200" b="1" dirty="0"/>
              <a:t>v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0B12D1-F8B0-900B-7738-87045469D082}"/>
              </a:ext>
            </a:extLst>
          </p:cNvPr>
          <p:cNvSpPr/>
          <p:nvPr/>
        </p:nvSpPr>
        <p:spPr>
          <a:xfrm>
            <a:off x="4643120" y="2573756"/>
            <a:ext cx="6309360" cy="3073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EF475-F66B-17A9-82EC-99887C0D9467}"/>
              </a:ext>
            </a:extLst>
          </p:cNvPr>
          <p:cNvSpPr txBox="1"/>
          <p:nvPr/>
        </p:nvSpPr>
        <p:spPr>
          <a:xfrm>
            <a:off x="4795520" y="2807208"/>
            <a:ext cx="60553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err="1"/>
              <a:t>B</a:t>
            </a:r>
            <a:r>
              <a:rPr lang="en-US" dirty="0" err="1"/>
              <a:t>eleid</a:t>
            </a:r>
            <a:r>
              <a:rPr lang="en-US" dirty="0"/>
              <a:t> en </a:t>
            </a:r>
            <a:r>
              <a:rPr lang="en-US" dirty="0" err="1"/>
              <a:t>organisatorische</a:t>
            </a:r>
            <a:r>
              <a:rPr lang="en-US" dirty="0"/>
              <a:t> </a:t>
            </a:r>
            <a:r>
              <a:rPr lang="en-US" dirty="0" err="1"/>
              <a:t>inbedding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b="1" dirty="0" err="1"/>
              <a:t>L</a:t>
            </a:r>
            <a:r>
              <a:rPr lang="en-US" dirty="0" err="1"/>
              <a:t>eiderschap</a:t>
            </a:r>
            <a:r>
              <a:rPr lang="en-US" dirty="0"/>
              <a:t> en </a:t>
            </a:r>
            <a:r>
              <a:rPr lang="en-US" dirty="0" err="1"/>
              <a:t>visie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b="1" dirty="0" err="1"/>
              <a:t>O</a:t>
            </a:r>
            <a:r>
              <a:rPr lang="en-US" dirty="0" err="1"/>
              <a:t>nderwijs</a:t>
            </a:r>
            <a:r>
              <a:rPr lang="en-US" dirty="0"/>
              <a:t>, training en </a:t>
            </a:r>
            <a:r>
              <a:rPr lang="en-US" dirty="0" err="1"/>
              <a:t>gesprek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b="1" dirty="0" err="1"/>
              <a:t>M</a:t>
            </a:r>
            <a:r>
              <a:rPr lang="en-US" dirty="0" err="1"/>
              <a:t>eldstructuren</a:t>
            </a:r>
            <a:r>
              <a:rPr lang="en-US" dirty="0"/>
              <a:t> en </a:t>
            </a:r>
            <a:r>
              <a:rPr lang="en-US" dirty="0" err="1"/>
              <a:t>bescherming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b="1" dirty="0" err="1"/>
              <a:t>V</a:t>
            </a:r>
            <a:r>
              <a:rPr lang="en-US" dirty="0" err="1"/>
              <a:t>erantwoording</a:t>
            </a:r>
            <a:r>
              <a:rPr lang="en-US" dirty="0"/>
              <a:t>, monitoring en </a:t>
            </a:r>
            <a:r>
              <a:rPr lang="en-US" dirty="0" err="1"/>
              <a:t>evaluatie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A40041-3FAD-D944-8EA5-A22F9B3E9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881" y="177745"/>
            <a:ext cx="1608599" cy="2279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1B2A63-CD09-FC55-95FF-22FD469AB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65" y="237522"/>
            <a:ext cx="3822919" cy="1865261"/>
          </a:xfrm>
          <a:prstGeom prst="rect">
            <a:avLst/>
          </a:prstGeom>
        </p:spPr>
      </p:pic>
      <p:pic>
        <p:nvPicPr>
          <p:cNvPr id="16" name="Graphic 15" descr="Steering Wheel with solid fill">
            <a:extLst>
              <a:ext uri="{FF2B5EF4-FFF2-40B4-BE49-F238E27FC236}">
                <a16:creationId xmlns:a16="http://schemas.microsoft.com/office/drawing/2014/main" id="{599A7461-BA49-B2D0-0669-9FD306AED4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3800" y="3227439"/>
            <a:ext cx="648000" cy="648000"/>
          </a:xfrm>
          <a:prstGeom prst="rect">
            <a:avLst/>
          </a:prstGeom>
        </p:spPr>
      </p:pic>
      <p:pic>
        <p:nvPicPr>
          <p:cNvPr id="20" name="Graphic 19" descr="Seat Belt with solid fill">
            <a:extLst>
              <a:ext uri="{FF2B5EF4-FFF2-40B4-BE49-F238E27FC236}">
                <a16:creationId xmlns:a16="http://schemas.microsoft.com/office/drawing/2014/main" id="{B918173F-A2D0-41D7-3BCA-2EB167A8C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75881" y="4440200"/>
            <a:ext cx="468000" cy="468000"/>
          </a:xfrm>
          <a:prstGeom prst="rect">
            <a:avLst/>
          </a:prstGeom>
        </p:spPr>
      </p:pic>
      <p:pic>
        <p:nvPicPr>
          <p:cNvPr id="22" name="Graphic 21" descr="Security camera with solid fill">
            <a:extLst>
              <a:ext uri="{FF2B5EF4-FFF2-40B4-BE49-F238E27FC236}">
                <a16:creationId xmlns:a16="http://schemas.microsoft.com/office/drawing/2014/main" id="{33E2649C-26B9-2090-EDA3-BE47059051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24845" y="4902580"/>
            <a:ext cx="648000" cy="648000"/>
          </a:xfrm>
          <a:prstGeom prst="rect">
            <a:avLst/>
          </a:prstGeom>
        </p:spPr>
      </p:pic>
      <p:pic>
        <p:nvPicPr>
          <p:cNvPr id="24" name="Graphic 23" descr="Presentation with org chart with solid fill">
            <a:extLst>
              <a:ext uri="{FF2B5EF4-FFF2-40B4-BE49-F238E27FC236}">
                <a16:creationId xmlns:a16="http://schemas.microsoft.com/office/drawing/2014/main" id="{D3ECFF88-C866-237D-B53D-1D63FA1158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76846" y="2690482"/>
            <a:ext cx="648000" cy="648000"/>
          </a:xfrm>
          <a:prstGeom prst="rect">
            <a:avLst/>
          </a:prstGeom>
        </p:spPr>
      </p:pic>
      <p:pic>
        <p:nvPicPr>
          <p:cNvPr id="26" name="Graphic 25" descr="Boardroom with solid fill">
            <a:extLst>
              <a:ext uri="{FF2B5EF4-FFF2-40B4-BE49-F238E27FC236}">
                <a16:creationId xmlns:a16="http://schemas.microsoft.com/office/drawing/2014/main" id="{404CA077-9029-87EB-CEDE-DD363814BC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79056" y="3775869"/>
            <a:ext cx="648000" cy="64800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2D8618-0E87-0B0A-A4CC-A980C2506727}"/>
              </a:ext>
            </a:extLst>
          </p:cNvPr>
          <p:cNvCxnSpPr/>
          <p:nvPr/>
        </p:nvCxnSpPr>
        <p:spPr>
          <a:xfrm flipV="1">
            <a:off x="4326194" y="224177"/>
            <a:ext cx="0" cy="17737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90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3C3E7-6AC1-A710-E7D1-B411E1E7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Zorgplichten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wensen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van 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onderzoekers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jaarplan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ondersteuning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B4ED6E-E3FE-EA8D-3C70-BEB1C4431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330" y="1396588"/>
            <a:ext cx="12222330" cy="540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0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78803-2159-AD50-9E5C-7CB0D4B5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F22DC6-EDD9-E682-CCBE-1E530E5D5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98BD6-715B-3E61-32A6-3A8D01C6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D6D10C-4BBB-04A5-546B-C03447811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F6C197-A986-C0D0-A3BF-D82F7B74E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E2178C6-E810-0F51-4E22-B0648A540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573E9B-993E-43A5-61D2-2B89841E0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D4AA8-143D-4FEC-F788-C1B74E10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Enkele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zorgplichten</a:t>
            </a:r>
            <a:r>
              <a:rPr lang="en-US" sz="4000" dirty="0">
                <a:solidFill>
                  <a:srgbClr val="FFFFFF"/>
                </a:solidFill>
              </a:rPr>
              <a:t> voor </a:t>
            </a:r>
            <a:r>
              <a:rPr lang="en-US" sz="4000" dirty="0" err="1">
                <a:solidFill>
                  <a:srgbClr val="FFFFFF"/>
                </a:solidFill>
              </a:rPr>
              <a:t>instellingen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(NGWI 2026)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33 in 7 </a:t>
            </a:r>
            <a:r>
              <a:rPr lang="en-US" sz="1800" dirty="0" err="1">
                <a:solidFill>
                  <a:srgbClr val="FF0000"/>
                </a:solidFill>
              </a:rPr>
              <a:t>paragrafen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 err="1">
                <a:solidFill>
                  <a:srgbClr val="FF0000"/>
                </a:solidFill>
              </a:rPr>
              <a:t>t.o.v</a:t>
            </a:r>
            <a:r>
              <a:rPr lang="en-US" sz="1800" dirty="0">
                <a:solidFill>
                  <a:srgbClr val="FF0000"/>
                </a:solidFill>
              </a:rPr>
              <a:t>. 2018: </a:t>
            </a:r>
            <a:r>
              <a:rPr lang="en-US" sz="2200" b="1" dirty="0">
                <a:solidFill>
                  <a:srgbClr val="FF0000"/>
                </a:solidFill>
              </a:rPr>
              <a:t>+57%</a:t>
            </a:r>
            <a:endParaRPr lang="nl-NL" sz="1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FAF72-7ECE-A4C4-FE8F-3F1003D5B3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192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6D7F65-E9B6-4775-8355-D095CC73C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99F305-6BF9-7646-FA65-6DD38ED55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502021"/>
            <a:ext cx="6173262" cy="1655483"/>
          </a:xfrm>
        </p:spPr>
        <p:txBody>
          <a:bodyPr anchor="b">
            <a:normAutofit/>
          </a:bodyPr>
          <a:lstStyle/>
          <a:p>
            <a:r>
              <a:rPr lang="en-US" sz="4000"/>
              <a:t>Zelf aan het werk (plenair of in subgroepen)</a:t>
            </a:r>
            <a:endParaRPr lang="nl-NL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2C02D-BF7F-48EE-708C-3B9ACA0C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08518"/>
            <a:ext cx="6173262" cy="353508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Wat ga je </a:t>
            </a:r>
            <a:r>
              <a:rPr lang="en-US" sz="2000" dirty="0" err="1"/>
              <a:t>veranderen</a:t>
            </a:r>
            <a:r>
              <a:rPr lang="en-US" sz="2000" dirty="0"/>
              <a:t> in je </a:t>
            </a:r>
            <a:r>
              <a:rPr lang="en-US" sz="2000" dirty="0" err="1"/>
              <a:t>beleid</a:t>
            </a:r>
            <a:r>
              <a:rPr lang="en-US" sz="2000" dirty="0"/>
              <a:t>, </a:t>
            </a:r>
            <a:r>
              <a:rPr lang="en-US" sz="2000" dirty="0" err="1"/>
              <a:t>gesteld</a:t>
            </a:r>
            <a:r>
              <a:rPr lang="en-US" sz="2000" dirty="0"/>
              <a:t> </a:t>
            </a:r>
            <a:r>
              <a:rPr lang="en-US" sz="2000" dirty="0" err="1"/>
              <a:t>dat</a:t>
            </a:r>
            <a:r>
              <a:rPr lang="en-US" sz="2000" dirty="0"/>
              <a:t> </a:t>
            </a:r>
            <a:r>
              <a:rPr lang="en-US" sz="2000" dirty="0" err="1"/>
              <a:t>deze</a:t>
            </a:r>
            <a:r>
              <a:rPr lang="en-US" sz="2000" dirty="0"/>
              <a:t> </a:t>
            </a:r>
            <a:r>
              <a:rPr lang="en-US" sz="2000" dirty="0" err="1"/>
              <a:t>zorgplichten</a:t>
            </a:r>
            <a:r>
              <a:rPr lang="en-US" sz="2000" dirty="0"/>
              <a:t> de </a:t>
            </a:r>
            <a:r>
              <a:rPr lang="en-US" sz="2000" dirty="0" err="1"/>
              <a:t>realiteit</a:t>
            </a:r>
            <a:r>
              <a:rPr lang="en-US" sz="2000" dirty="0"/>
              <a:t> </a:t>
            </a:r>
            <a:r>
              <a:rPr lang="en-US" sz="2000" dirty="0" err="1"/>
              <a:t>worden</a:t>
            </a:r>
            <a:r>
              <a:rPr lang="en-US" sz="2000" dirty="0"/>
              <a:t> en door de Vereniging Hogescholen </a:t>
            </a:r>
            <a:r>
              <a:rPr lang="en-US" sz="2000" dirty="0" err="1"/>
              <a:t>worden</a:t>
            </a:r>
            <a:r>
              <a:rPr lang="en-US" sz="2000" dirty="0"/>
              <a:t> </a:t>
            </a:r>
            <a:r>
              <a:rPr lang="en-US" sz="2000" dirty="0" err="1"/>
              <a:t>onderschreven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r>
              <a:rPr lang="en-US" sz="2000" dirty="0"/>
              <a:t>Op de </a:t>
            </a:r>
            <a:r>
              <a:rPr lang="en-US" sz="2000" dirty="0" err="1"/>
              <a:t>volgende</a:t>
            </a:r>
            <a:r>
              <a:rPr lang="en-US" sz="2000" dirty="0"/>
              <a:t> slide:</a:t>
            </a:r>
          </a:p>
          <a:p>
            <a:pPr lvl="1"/>
            <a:r>
              <a:rPr lang="en-US" sz="2000" dirty="0"/>
              <a:t>Welke </a:t>
            </a:r>
            <a:r>
              <a:rPr lang="en-US" sz="2000" dirty="0" err="1"/>
              <a:t>zorgplichten</a:t>
            </a:r>
            <a:r>
              <a:rPr lang="en-US" sz="2000" dirty="0"/>
              <a:t> </a:t>
            </a:r>
            <a:r>
              <a:rPr lang="en-US" sz="2000" dirty="0" err="1"/>
              <a:t>vind</a:t>
            </a:r>
            <a:r>
              <a:rPr lang="en-US" sz="2000" dirty="0"/>
              <a:t> je </a:t>
            </a:r>
            <a:r>
              <a:rPr lang="en-US" sz="2000" dirty="0" err="1"/>
              <a:t>belangrijker</a:t>
            </a:r>
            <a:r>
              <a:rPr lang="en-US" sz="2000" dirty="0"/>
              <a:t> en </a:t>
            </a:r>
            <a:r>
              <a:rPr lang="en-US" sz="2000" dirty="0" err="1"/>
              <a:t>welke</a:t>
            </a:r>
            <a:r>
              <a:rPr lang="en-US" sz="2000" dirty="0"/>
              <a:t> minder? </a:t>
            </a:r>
            <a:r>
              <a:rPr lang="en-US" sz="2000" dirty="0" err="1"/>
              <a:t>Waarom</a:t>
            </a:r>
            <a:r>
              <a:rPr lang="en-US" sz="2000" dirty="0"/>
              <a:t>?</a:t>
            </a:r>
          </a:p>
          <a:p>
            <a:pPr lvl="1"/>
            <a:r>
              <a:rPr lang="en-US" sz="2000" dirty="0" err="1"/>
              <a:t>Waar</a:t>
            </a:r>
            <a:r>
              <a:rPr lang="en-US" sz="2000" dirty="0"/>
              <a:t> </a:t>
            </a:r>
            <a:r>
              <a:rPr lang="en-US" sz="2000" dirty="0" err="1"/>
              <a:t>verwacht</a:t>
            </a:r>
            <a:r>
              <a:rPr lang="en-US" sz="2000" dirty="0"/>
              <a:t> je </a:t>
            </a:r>
            <a:r>
              <a:rPr lang="en-US" sz="2000" dirty="0" err="1"/>
              <a:t>uitdagingen</a:t>
            </a:r>
            <a:r>
              <a:rPr lang="en-US" sz="2000" dirty="0"/>
              <a:t> en </a:t>
            </a:r>
            <a:r>
              <a:rPr lang="en-US" sz="2000" dirty="0" err="1"/>
              <a:t>waar</a:t>
            </a:r>
            <a:r>
              <a:rPr lang="en-US" sz="2000" dirty="0"/>
              <a:t> </a:t>
            </a:r>
            <a:r>
              <a:rPr lang="en-US" sz="2000" dirty="0" err="1"/>
              <a:t>zal</a:t>
            </a:r>
            <a:r>
              <a:rPr lang="en-US" sz="2000" dirty="0"/>
              <a:t> het </a:t>
            </a:r>
            <a:r>
              <a:rPr lang="en-US" sz="2000" dirty="0" err="1"/>
              <a:t>gemakkelijk</a:t>
            </a:r>
            <a:r>
              <a:rPr lang="en-US" sz="2000" dirty="0"/>
              <a:t> </a:t>
            </a:r>
            <a:r>
              <a:rPr lang="en-US" sz="2000" dirty="0" err="1"/>
              <a:t>zijn</a:t>
            </a:r>
            <a:r>
              <a:rPr lang="en-US" sz="2000" dirty="0"/>
              <a:t>?</a:t>
            </a:r>
          </a:p>
          <a:p>
            <a:pPr lvl="1"/>
            <a:r>
              <a:rPr lang="en-US" sz="2000" dirty="0"/>
              <a:t>Is voor </a:t>
            </a:r>
            <a:r>
              <a:rPr lang="en-US" sz="2000" dirty="0" err="1"/>
              <a:t>jou</a:t>
            </a:r>
            <a:r>
              <a:rPr lang="en-US" sz="2000" dirty="0"/>
              <a:t> ‘Plan-Diagnose-</a:t>
            </a:r>
            <a:r>
              <a:rPr lang="en-US" sz="2000" dirty="0" err="1"/>
              <a:t>Interventie</a:t>
            </a:r>
            <a:r>
              <a:rPr lang="en-US" sz="2000" dirty="0"/>
              <a:t>-</a:t>
            </a:r>
            <a:r>
              <a:rPr lang="en-US" sz="2000" dirty="0" err="1"/>
              <a:t>Evaluatie</a:t>
            </a:r>
            <a:r>
              <a:rPr lang="en-US" sz="2000" dirty="0"/>
              <a:t>’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geschikt</a:t>
            </a:r>
            <a:r>
              <a:rPr lang="en-US" sz="2000" dirty="0"/>
              <a:t> model? </a:t>
            </a:r>
            <a:r>
              <a:rPr lang="en-US" sz="2000" dirty="0" err="1"/>
              <a:t>Waarom</a:t>
            </a:r>
            <a:r>
              <a:rPr lang="en-US" sz="2000" dirty="0"/>
              <a:t> (</a:t>
            </a:r>
            <a:r>
              <a:rPr lang="en-US" sz="2000" dirty="0" err="1"/>
              <a:t>niet</a:t>
            </a:r>
            <a:r>
              <a:rPr lang="en-US" sz="2000" dirty="0"/>
              <a:t>)?</a:t>
            </a:r>
          </a:p>
          <a:p>
            <a:endParaRPr lang="en-US" sz="2000" dirty="0"/>
          </a:p>
        </p:txBody>
      </p:sp>
      <p:pic>
        <p:nvPicPr>
          <p:cNvPr id="5" name="Picture 4" descr="A collage of a bedroom&#10;&#10;AI-generated content may be incorrect.">
            <a:extLst>
              <a:ext uri="{FF2B5EF4-FFF2-40B4-BE49-F238E27FC236}">
                <a16:creationId xmlns:a16="http://schemas.microsoft.com/office/drawing/2014/main" id="{E4CD5403-FDC0-500A-94D9-952F4BA5D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3" b="1"/>
          <a:stretch>
            <a:fillRect/>
          </a:stretch>
        </p:blipFill>
        <p:spPr>
          <a:xfrm>
            <a:off x="8115300" y="-12515"/>
            <a:ext cx="4076700" cy="64186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4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ABE76-A48C-BDC7-4235-578C0DFF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A50749-7C4B-0ED0-68B3-89B25F577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1E197F-3A0B-F21C-31A1-FA6FF9584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5AFFC-9C2A-8493-4FF6-E2B9AA55B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30D33B-D5D0-F896-CB2A-6402A096B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9585D94-4CC1-AD1B-FA13-FED14B588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243F7E-5044-4CD8-A57A-9DF852F18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05ADBC-EECD-31E5-8AB5-84D13FA3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Enkele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zorgplichten</a:t>
            </a:r>
            <a:r>
              <a:rPr lang="en-US" sz="4000" dirty="0">
                <a:solidFill>
                  <a:srgbClr val="FFFFFF"/>
                </a:solidFill>
              </a:rPr>
              <a:t> voor </a:t>
            </a:r>
            <a:r>
              <a:rPr lang="en-US" sz="4000" dirty="0" err="1">
                <a:solidFill>
                  <a:srgbClr val="FFFFFF"/>
                </a:solidFill>
              </a:rPr>
              <a:t>instellingen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(NGWI 2026)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33 in 7 </a:t>
            </a:r>
            <a:r>
              <a:rPr lang="en-US" sz="1800" dirty="0" err="1">
                <a:solidFill>
                  <a:srgbClr val="FF0000"/>
                </a:solidFill>
              </a:rPr>
              <a:t>paragrafen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 err="1">
                <a:solidFill>
                  <a:srgbClr val="FF0000"/>
                </a:solidFill>
              </a:rPr>
              <a:t>toename</a:t>
            </a:r>
            <a:r>
              <a:rPr lang="en-US" sz="1800" dirty="0">
                <a:solidFill>
                  <a:srgbClr val="FF0000"/>
                </a:solidFill>
              </a:rPr>
              <a:t>: 57%</a:t>
            </a:r>
            <a:endParaRPr lang="nl-NL" sz="1800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2784C2-3079-854C-25E8-E21CB135C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77632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949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nse fog covering the mountain">
            <a:extLst>
              <a:ext uri="{FF2B5EF4-FFF2-40B4-BE49-F238E27FC236}">
                <a16:creationId xmlns:a16="http://schemas.microsoft.com/office/drawing/2014/main" id="{11328216-DC3A-BE03-1722-A2BB851E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2" r="8485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13A99-C0C5-54D9-0DA8-EFDDAC16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Welke conclusies trekken we?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365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C71B906E-2BCE-4632-960E-7B110CE43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29" r="-1" b="3171"/>
          <a:stretch/>
        </p:blipFill>
        <p:spPr>
          <a:xfrm>
            <a:off x="838200" y="233807"/>
            <a:ext cx="10468866" cy="588873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62070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ue and green wavy surface&#10;&#10;AI-generated content may be incorrect.">
            <a:extLst>
              <a:ext uri="{FF2B5EF4-FFF2-40B4-BE49-F238E27FC236}">
                <a16:creationId xmlns:a16="http://schemas.microsoft.com/office/drawing/2014/main" id="{AD27ED75-4E0B-C805-55BC-8A0902B4C9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729" r="9091" b="371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CFBA2F-1B7E-954D-F2C7-795291EC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NGWI 2018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2026: (de) </a:t>
            </a:r>
            <a:r>
              <a:rPr lang="en-US" dirty="0" err="1"/>
              <a:t>verschillen</a:t>
            </a:r>
            <a:endParaRPr lang="nl-N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674E1C-A1A4-85ED-40C8-E12B9DB827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570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5BEA1-4800-2A07-2A84-EF04E6EC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>
            <a:normAutofit/>
          </a:bodyPr>
          <a:lstStyle/>
          <a:p>
            <a:r>
              <a:rPr lang="en-US" sz="2800"/>
              <a:t>Getting the incentives right</a:t>
            </a:r>
            <a:endParaRPr lang="nl-NL" sz="2800"/>
          </a:p>
        </p:txBody>
      </p:sp>
      <p:pic>
        <p:nvPicPr>
          <p:cNvPr id="9" name="Content Placeholder 8" descr="A wooden sign with two signs&#10;&#10;Description automatically generated">
            <a:extLst>
              <a:ext uri="{FF2B5EF4-FFF2-40B4-BE49-F238E27FC236}">
                <a16:creationId xmlns:a16="http://schemas.microsoft.com/office/drawing/2014/main" id="{FB9827B0-BBCF-FE12-E3EC-19412866D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15" y="1068743"/>
            <a:ext cx="3584448" cy="2233969"/>
          </a:xfrm>
          <a:prstGeom prst="rect">
            <a:avLst/>
          </a:prstGeom>
        </p:spPr>
      </p:pic>
      <p:pic>
        <p:nvPicPr>
          <p:cNvPr id="5" name="Content Placeholder 4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ADE83882-B961-9982-90C2-DBABA8AD2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915" y="1181770"/>
            <a:ext cx="3584448" cy="2007290"/>
          </a:xfrm>
          <a:prstGeom prst="rect">
            <a:avLst/>
          </a:prstGeom>
        </p:spPr>
      </p:pic>
      <p:pic>
        <p:nvPicPr>
          <p:cNvPr id="7" name="Picture 6" descr="A blue and white logo&#10;&#10;Description automatically generated">
            <a:extLst>
              <a:ext uri="{FF2B5EF4-FFF2-40B4-BE49-F238E27FC236}">
                <a16:creationId xmlns:a16="http://schemas.microsoft.com/office/drawing/2014/main" id="{729F8E95-6539-4002-2F5C-12C999309F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415" y="1354475"/>
            <a:ext cx="3584448" cy="16618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0D1CCC9-3783-2B02-420C-1E27840E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8824" y="4440602"/>
            <a:ext cx="6860184" cy="1645920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15709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3B4D1-4104-CB07-F3C2-1FD39C9D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F67901-146F-71FA-6CFE-C80005C7E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171B06-F6C3-96C4-746A-809DB8E4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F9FA7A-C6E6-A009-AA7E-7D951370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C656E6-20E4-EF51-9878-805E05BE4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1A18878-577A-6325-6F71-BCA70B4F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FB8023-CC9A-7915-5FE6-39EBAD580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4437E-99C0-C0D3-795F-18E9FBB2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156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Zorgplichten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instellingen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(NGWI 2018)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21 in 5 </a:t>
            </a:r>
            <a:r>
              <a:rPr lang="en-US" sz="1800" dirty="0" err="1">
                <a:solidFill>
                  <a:srgbClr val="FF0000"/>
                </a:solidFill>
              </a:rPr>
              <a:t>paragrafen</a:t>
            </a:r>
            <a:endParaRPr lang="nl-NL" sz="1800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22BDDD-AEEB-4C4E-0893-C84F36EEF7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7385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A78452-7DF7-856A-80AA-E296B9961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8340" y="623275"/>
            <a:ext cx="4416207" cy="56078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73D2FB-10B7-4B69-BE9C-905F9C80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pPr defTabSz="914400"/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handy checklist for transparent research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25642-EC30-0CAA-6CFE-B63CE5DCA205}"/>
              </a:ext>
            </a:extLst>
          </p:cNvPr>
          <p:cNvSpPr/>
          <p:nvPr/>
        </p:nvSpPr>
        <p:spPr>
          <a:xfrm>
            <a:off x="0" y="6489032"/>
            <a:ext cx="12192000" cy="368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64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3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B59307-A255-4620-A6B9-C29ECDBC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Idealized  Science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(RK Merton)</a:t>
            </a:r>
            <a:endParaRPr lang="nl-NL" sz="4000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C3D757-F73B-49DF-B759-A6795D555A4C}"/>
              </a:ext>
            </a:extLst>
          </p:cNvPr>
          <p:cNvSpPr txBox="1">
            <a:spLocks/>
          </p:cNvSpPr>
          <p:nvPr/>
        </p:nvSpPr>
        <p:spPr>
          <a:xfrm>
            <a:off x="1523997" y="5012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777529A-FE83-4639-81ED-429796E915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183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8761</TotalTime>
  <Words>1386</Words>
  <Application>Microsoft Office PowerPoint</Application>
  <PresentationFormat>Widescreen</PresentationFormat>
  <Paragraphs>187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Aptos Light</vt:lpstr>
      <vt:lpstr>Arial</vt:lpstr>
      <vt:lpstr>Calibri</vt:lpstr>
      <vt:lpstr>Calibri Light</vt:lpstr>
      <vt:lpstr>Wingdings</vt:lpstr>
      <vt:lpstr>Office Theme</vt:lpstr>
      <vt:lpstr>1_Office Theme</vt:lpstr>
      <vt:lpstr>Zorgplichten in de Gedragscode Wetenschappelijke Integriteit 2026: wat betekenen die voor ons?</vt:lpstr>
      <vt:lpstr>Programma voor het komende uur</vt:lpstr>
      <vt:lpstr>FGSB Open Science Checklist</vt:lpstr>
      <vt:lpstr>Plan Do Check Act</vt:lpstr>
      <vt:lpstr>Het monitoren van goede praktijken via rapportages zal eenvoudiger worden</vt:lpstr>
      <vt:lpstr>PowerPoint Presentation</vt:lpstr>
      <vt:lpstr>PowerPoint Presentation</vt:lpstr>
      <vt:lpstr>PowerPoint Presentation</vt:lpstr>
      <vt:lpstr>Zorgplichten, wensen van onderzoekers, jaarplan ondersteuning</vt:lpstr>
      <vt:lpstr>Enkele zorgplichten voor instellingen (NGWI 2026) 33 in 7 paragrafen t.o.v. 2018: +57%</vt:lpstr>
      <vt:lpstr>Zelf aan het werk (plenair of in subgroepen)</vt:lpstr>
      <vt:lpstr>Enkele zorgplichten voor instellingen (NGWI 2026) 33 in 7 paragrafen toename: 57%</vt:lpstr>
      <vt:lpstr>Welke conclusies trekken we?</vt:lpstr>
      <vt:lpstr>PowerPoint Presentation</vt:lpstr>
      <vt:lpstr>NGWI 2018  2026: (de) verschillen</vt:lpstr>
      <vt:lpstr>Getting the incentives right</vt:lpstr>
      <vt:lpstr>Zorgplichten instellingen (NGWI 2018) 21 in 5 paragrafen</vt:lpstr>
      <vt:lpstr>A handy checklist for transparent research</vt:lpstr>
      <vt:lpstr>Idealized  Science (RK Merton)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Gerben ter Riet</dc:creator>
  <cp:lastModifiedBy>Gerben ter Riet</cp:lastModifiedBy>
  <cp:revision>3</cp:revision>
  <dcterms:created xsi:type="dcterms:W3CDTF">2025-11-14T15:01:14Z</dcterms:created>
  <dcterms:modified xsi:type="dcterms:W3CDTF">2025-11-30T21:28:55Z</dcterms:modified>
</cp:coreProperties>
</file>